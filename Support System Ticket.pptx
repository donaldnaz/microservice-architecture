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notesMasterIdLst>
    <p:notesMasterId r:id="rId10"/>
  </p:notesMasterIdLst>
  <p:sldIdLst>
    <p:sldId id="256" r:id="rId2"/>
    <p:sldId id="257" r:id="rId3"/>
    <p:sldId id="265" r:id="rId4"/>
    <p:sldId id="260" r:id="rId5"/>
    <p:sldId id="270" r:id="rId6"/>
    <p:sldId id="273" r:id="rId7"/>
    <p:sldId id="272" r:id="rId8"/>
    <p:sldId id="26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4CDD0"/>
    <a:srgbClr val="B2324B"/>
    <a:srgbClr val="4D1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78"/>
  </p:normalViewPr>
  <p:slideViewPr>
    <p:cSldViewPr snapToGrid="0">
      <p:cViewPr varScale="1">
        <p:scale>
          <a:sx n="105" d="100"/>
          <a:sy n="105" d="100"/>
        </p:scale>
        <p:origin x="94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840534-F24F-4FE8-AAF0-C8A84F442B23}" type="doc">
      <dgm:prSet loTypeId="urn:microsoft.com/office/officeart/2018/2/layout/IconCircleList" loCatId="icon" qsTypeId="urn:microsoft.com/office/officeart/2005/8/quickstyle/simple4#129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C0AD7FB8-43ED-4B8B-A6BF-F80321DDBF3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TT" sz="2000" b="1" dirty="0">
              <a:solidFill>
                <a:srgbClr val="FFFFFF"/>
              </a:solidFill>
            </a:rPr>
            <a:t>Production Kubernetes Deployment on AWS</a:t>
          </a:r>
          <a:endParaRPr lang="en-US" sz="2000" b="1" dirty="0">
            <a:solidFill>
              <a:srgbClr val="FFFFFF"/>
            </a:solidFill>
          </a:endParaRPr>
        </a:p>
      </dgm:t>
    </dgm:pt>
    <dgm:pt modelId="{7892568F-A933-43FD-B7A3-3C03434ED7EF}" type="parTrans" cxnId="{14F389C6-9061-4F2E-8ABB-2FFD425416EF}">
      <dgm:prSet/>
      <dgm:spPr/>
      <dgm:t>
        <a:bodyPr/>
        <a:lstStyle/>
        <a:p>
          <a:endParaRPr lang="en-US"/>
        </a:p>
      </dgm:t>
    </dgm:pt>
    <dgm:pt modelId="{0A7B2EA0-8468-4EB5-99B0-C12E45B5CE92}" type="sibTrans" cxnId="{14F389C6-9061-4F2E-8ABB-2FFD425416EF}">
      <dgm:prSet/>
      <dgm:spPr/>
      <dgm:t>
        <a:bodyPr/>
        <a:lstStyle/>
        <a:p>
          <a:endParaRPr lang="en-US"/>
        </a:p>
      </dgm:t>
    </dgm:pt>
    <dgm:pt modelId="{57C077AA-E984-44D7-851F-E78A559C410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dirty="0">
              <a:solidFill>
                <a:srgbClr val="FFFFFF"/>
              </a:solidFill>
            </a:rPr>
            <a:t>Anasieze Ikenna</a:t>
          </a:r>
        </a:p>
      </dgm:t>
    </dgm:pt>
    <dgm:pt modelId="{AF58BC4F-6397-4851-97AA-897CECF7B343}" type="sibTrans" cxnId="{076D1132-5606-485C-8796-7A5A72E41F5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4A86FD6-4E09-40F0-BFB2-683EE3520D95}" type="parTrans" cxnId="{076D1132-5606-485C-8796-7A5A72E41F5E}">
      <dgm:prSet/>
      <dgm:spPr/>
      <dgm:t>
        <a:bodyPr/>
        <a:lstStyle/>
        <a:p>
          <a:endParaRPr lang="en-US"/>
        </a:p>
      </dgm:t>
    </dgm:pt>
    <dgm:pt modelId="{F569CFE8-93CB-45B0-B686-A91D7218F622}" type="pres">
      <dgm:prSet presAssocID="{3E840534-F24F-4FE8-AAF0-C8A84F442B23}" presName="root" presStyleCnt="0">
        <dgm:presLayoutVars>
          <dgm:dir/>
          <dgm:resizeHandles val="exact"/>
        </dgm:presLayoutVars>
      </dgm:prSet>
      <dgm:spPr/>
    </dgm:pt>
    <dgm:pt modelId="{96F8CDA4-4A2A-442D-800A-0AFEF03E1A46}" type="pres">
      <dgm:prSet presAssocID="{3E840534-F24F-4FE8-AAF0-C8A84F442B23}" presName="container" presStyleCnt="0">
        <dgm:presLayoutVars>
          <dgm:dir/>
          <dgm:resizeHandles val="exact"/>
        </dgm:presLayoutVars>
      </dgm:prSet>
      <dgm:spPr/>
    </dgm:pt>
    <dgm:pt modelId="{A3C5B607-4DC2-4DBB-AEC0-0BC1455CDCF6}" type="pres">
      <dgm:prSet presAssocID="{57C077AA-E984-44D7-851F-E78A559C410E}" presName="compNode" presStyleCnt="0"/>
      <dgm:spPr/>
    </dgm:pt>
    <dgm:pt modelId="{B1043439-59B2-4617-984B-A26587CDD35C}" type="pres">
      <dgm:prSet presAssocID="{57C077AA-E984-44D7-851F-E78A559C410E}" presName="iconBgRect" presStyleLbl="bgShp" presStyleIdx="0" presStyleCnt="2"/>
      <dgm:spPr/>
    </dgm:pt>
    <dgm:pt modelId="{CC301CD1-A2E7-47F3-882F-E148DAFD9B8D}" type="pres">
      <dgm:prSet presAssocID="{57C077AA-E984-44D7-851F-E78A559C410E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ecturer"/>
        </a:ext>
      </dgm:extLst>
    </dgm:pt>
    <dgm:pt modelId="{FBD1488B-333B-44CE-AC8C-BE7B3E46142C}" type="pres">
      <dgm:prSet presAssocID="{57C077AA-E984-44D7-851F-E78A559C410E}" presName="spaceRect" presStyleCnt="0"/>
      <dgm:spPr/>
    </dgm:pt>
    <dgm:pt modelId="{FFDDB48B-51D4-4516-B2C4-2FB5403B86DB}" type="pres">
      <dgm:prSet presAssocID="{57C077AA-E984-44D7-851F-E78A559C410E}" presName="textRect" presStyleLbl="revTx" presStyleIdx="0" presStyleCnt="2">
        <dgm:presLayoutVars>
          <dgm:chMax val="1"/>
          <dgm:chPref val="1"/>
        </dgm:presLayoutVars>
      </dgm:prSet>
      <dgm:spPr/>
    </dgm:pt>
    <dgm:pt modelId="{0061739C-47CF-4457-9BA5-9B141DFCB31B}" type="pres">
      <dgm:prSet presAssocID="{AF58BC4F-6397-4851-97AA-897CECF7B343}" presName="sibTrans" presStyleLbl="sibTrans2D1" presStyleIdx="0" presStyleCnt="0"/>
      <dgm:spPr/>
    </dgm:pt>
    <dgm:pt modelId="{81FB5B48-34CD-45E2-A571-7596AA7C3779}" type="pres">
      <dgm:prSet presAssocID="{C0AD7FB8-43ED-4B8B-A6BF-F80321DDBF30}" presName="compNode" presStyleCnt="0"/>
      <dgm:spPr/>
    </dgm:pt>
    <dgm:pt modelId="{E14817F4-82F3-48C1-8ED9-AF93CFF18DBE}" type="pres">
      <dgm:prSet presAssocID="{C0AD7FB8-43ED-4B8B-A6BF-F80321DDBF30}" presName="iconBgRect" presStyleLbl="bgShp" presStyleIdx="1" presStyleCnt="2"/>
      <dgm:spPr/>
    </dgm:pt>
    <dgm:pt modelId="{9BCF00E0-EECF-4B9E-AE58-1C815F2FEEA6}" type="pres">
      <dgm:prSet presAssocID="{C0AD7FB8-43ED-4B8B-A6BF-F80321DDBF30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D3CD96D-2B18-4464-9F30-E14E7E2B9BB2}" type="pres">
      <dgm:prSet presAssocID="{C0AD7FB8-43ED-4B8B-A6BF-F80321DDBF30}" presName="spaceRect" presStyleCnt="0"/>
      <dgm:spPr/>
    </dgm:pt>
    <dgm:pt modelId="{C0750426-A350-4B73-8A8E-629466A0D4FC}" type="pres">
      <dgm:prSet presAssocID="{C0AD7FB8-43ED-4B8B-A6BF-F80321DDBF3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76D1132-5606-485C-8796-7A5A72E41F5E}" srcId="{3E840534-F24F-4FE8-AAF0-C8A84F442B23}" destId="{57C077AA-E984-44D7-851F-E78A559C410E}" srcOrd="0" destOrd="0" parTransId="{14A86FD6-4E09-40F0-BFB2-683EE3520D95}" sibTransId="{AF58BC4F-6397-4851-97AA-897CECF7B343}"/>
    <dgm:cxn modelId="{405780A7-FCE7-4A14-B46F-B8D40880564E}" type="presOf" srcId="{C0AD7FB8-43ED-4B8B-A6BF-F80321DDBF30}" destId="{C0750426-A350-4B73-8A8E-629466A0D4FC}" srcOrd="0" destOrd="0" presId="urn:microsoft.com/office/officeart/2018/2/layout/IconCircleList"/>
    <dgm:cxn modelId="{14F389C6-9061-4F2E-8ABB-2FFD425416EF}" srcId="{3E840534-F24F-4FE8-AAF0-C8A84F442B23}" destId="{C0AD7FB8-43ED-4B8B-A6BF-F80321DDBF30}" srcOrd="1" destOrd="0" parTransId="{7892568F-A933-43FD-B7A3-3C03434ED7EF}" sibTransId="{0A7B2EA0-8468-4EB5-99B0-C12E45B5CE92}"/>
    <dgm:cxn modelId="{F6EF5ED6-A266-4032-94EE-137250CF8A4B}" type="presOf" srcId="{AF58BC4F-6397-4851-97AA-897CECF7B343}" destId="{0061739C-47CF-4457-9BA5-9B141DFCB31B}" srcOrd="0" destOrd="0" presId="urn:microsoft.com/office/officeart/2018/2/layout/IconCircleList"/>
    <dgm:cxn modelId="{B4D035E4-6A2D-4754-BBDC-3658D17E9ECA}" type="presOf" srcId="{3E840534-F24F-4FE8-AAF0-C8A84F442B23}" destId="{F569CFE8-93CB-45B0-B686-A91D7218F622}" srcOrd="0" destOrd="0" presId="urn:microsoft.com/office/officeart/2018/2/layout/IconCircleList"/>
    <dgm:cxn modelId="{D48325F9-E47D-43C1-BA95-BB5252A18770}" type="presOf" srcId="{57C077AA-E984-44D7-851F-E78A559C410E}" destId="{FFDDB48B-51D4-4516-B2C4-2FB5403B86DB}" srcOrd="0" destOrd="0" presId="urn:microsoft.com/office/officeart/2018/2/layout/IconCircleList"/>
    <dgm:cxn modelId="{926AC6B0-8974-4ADA-8C73-E04CFEBB34F9}" type="presParOf" srcId="{F569CFE8-93CB-45B0-B686-A91D7218F622}" destId="{96F8CDA4-4A2A-442D-800A-0AFEF03E1A46}" srcOrd="0" destOrd="0" presId="urn:microsoft.com/office/officeart/2018/2/layout/IconCircleList"/>
    <dgm:cxn modelId="{4AEF25C1-E274-4E29-8D31-C4C43654CE32}" type="presParOf" srcId="{96F8CDA4-4A2A-442D-800A-0AFEF03E1A46}" destId="{A3C5B607-4DC2-4DBB-AEC0-0BC1455CDCF6}" srcOrd="0" destOrd="0" presId="urn:microsoft.com/office/officeart/2018/2/layout/IconCircleList"/>
    <dgm:cxn modelId="{2E0DADAA-CE16-498B-A887-6118671D8451}" type="presParOf" srcId="{A3C5B607-4DC2-4DBB-AEC0-0BC1455CDCF6}" destId="{B1043439-59B2-4617-984B-A26587CDD35C}" srcOrd="0" destOrd="0" presId="urn:microsoft.com/office/officeart/2018/2/layout/IconCircleList"/>
    <dgm:cxn modelId="{C32AD796-D60E-4500-BF8A-F804FB87C372}" type="presParOf" srcId="{A3C5B607-4DC2-4DBB-AEC0-0BC1455CDCF6}" destId="{CC301CD1-A2E7-47F3-882F-E148DAFD9B8D}" srcOrd="1" destOrd="0" presId="urn:microsoft.com/office/officeart/2018/2/layout/IconCircleList"/>
    <dgm:cxn modelId="{C31BAD1A-B47C-40E1-9904-51DFE05B6670}" type="presParOf" srcId="{A3C5B607-4DC2-4DBB-AEC0-0BC1455CDCF6}" destId="{FBD1488B-333B-44CE-AC8C-BE7B3E46142C}" srcOrd="2" destOrd="0" presId="urn:microsoft.com/office/officeart/2018/2/layout/IconCircleList"/>
    <dgm:cxn modelId="{C199B4B3-B88B-4182-8BB6-3E0837952AF7}" type="presParOf" srcId="{A3C5B607-4DC2-4DBB-AEC0-0BC1455CDCF6}" destId="{FFDDB48B-51D4-4516-B2C4-2FB5403B86DB}" srcOrd="3" destOrd="0" presId="urn:microsoft.com/office/officeart/2018/2/layout/IconCircleList"/>
    <dgm:cxn modelId="{97EF71C5-12E8-408D-9674-4E435C9A1CA4}" type="presParOf" srcId="{96F8CDA4-4A2A-442D-800A-0AFEF03E1A46}" destId="{0061739C-47CF-4457-9BA5-9B141DFCB31B}" srcOrd="1" destOrd="0" presId="urn:microsoft.com/office/officeart/2018/2/layout/IconCircleList"/>
    <dgm:cxn modelId="{1A66F7CB-4A01-4448-B39F-E12F485406C3}" type="presParOf" srcId="{96F8CDA4-4A2A-442D-800A-0AFEF03E1A46}" destId="{81FB5B48-34CD-45E2-A571-7596AA7C3779}" srcOrd="2" destOrd="0" presId="urn:microsoft.com/office/officeart/2018/2/layout/IconCircleList"/>
    <dgm:cxn modelId="{9D2A0E1C-E6A7-46DC-8615-3767BD0568FC}" type="presParOf" srcId="{81FB5B48-34CD-45E2-A571-7596AA7C3779}" destId="{E14817F4-82F3-48C1-8ED9-AF93CFF18DBE}" srcOrd="0" destOrd="0" presId="urn:microsoft.com/office/officeart/2018/2/layout/IconCircleList"/>
    <dgm:cxn modelId="{7DF8060D-6ABD-42B4-BA1C-6FE349B8B25C}" type="presParOf" srcId="{81FB5B48-34CD-45E2-A571-7596AA7C3779}" destId="{9BCF00E0-EECF-4B9E-AE58-1C815F2FEEA6}" srcOrd="1" destOrd="0" presId="urn:microsoft.com/office/officeart/2018/2/layout/IconCircleList"/>
    <dgm:cxn modelId="{33AB4AE7-D43D-420D-8F09-D59C9DF3AB50}" type="presParOf" srcId="{81FB5B48-34CD-45E2-A571-7596AA7C3779}" destId="{3D3CD96D-2B18-4464-9F30-E14E7E2B9BB2}" srcOrd="2" destOrd="0" presId="urn:microsoft.com/office/officeart/2018/2/layout/IconCircleList"/>
    <dgm:cxn modelId="{7EA34433-E809-485F-90EE-3EF15F554B49}" type="presParOf" srcId="{81FB5B48-34CD-45E2-A571-7596AA7C3779}" destId="{C0750426-A350-4B73-8A8E-629466A0D4F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583B22C-DC2C-4771-8C79-C7B486C057B0}" type="doc">
      <dgm:prSet loTypeId="urn:microsoft.com/office/officeart/2018/2/layout/IconLabelList" loCatId="icon" qsTypeId="urn:microsoft.com/office/officeart/2005/8/quickstyle/3d1" qsCatId="3D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5B618D3-95D2-449F-B36C-402C1FC410B1}">
      <dgm:prSet/>
      <dgm:spPr/>
      <dgm:t>
        <a:bodyPr/>
        <a:lstStyle/>
        <a:p>
          <a:pPr>
            <a:lnSpc>
              <a:spcPct val="100000"/>
            </a:lnSpc>
          </a:pPr>
          <a:r>
            <a:rPr lang="en-TT" b="1"/>
            <a:t>Problem statement:</a:t>
          </a:r>
          <a:r>
            <a:rPr lang="en-TT"/>
            <a:t> </a:t>
          </a:r>
          <a:r>
            <a:rPr lang="en-CA"/>
            <a:t>A startup wants a reliable way to run their support ticket application on the AWS Cloud</a:t>
          </a:r>
          <a:endParaRPr lang="en-US"/>
        </a:p>
      </dgm:t>
    </dgm:pt>
    <dgm:pt modelId="{477BF0FF-D7EF-4488-A5E2-B439458537D1}" type="parTrans" cxnId="{1D3B0A32-A700-42B1-9E8F-B08726FB3EEA}">
      <dgm:prSet/>
      <dgm:spPr/>
      <dgm:t>
        <a:bodyPr/>
        <a:lstStyle/>
        <a:p>
          <a:endParaRPr lang="en-US"/>
        </a:p>
      </dgm:t>
    </dgm:pt>
    <dgm:pt modelId="{0DAA0E20-B702-4811-A304-A6B00ADFAC36}" type="sibTrans" cxnId="{1D3B0A32-A700-42B1-9E8F-B08726FB3EEA}">
      <dgm:prSet/>
      <dgm:spPr/>
      <dgm:t>
        <a:bodyPr/>
        <a:lstStyle/>
        <a:p>
          <a:endParaRPr lang="en-US"/>
        </a:p>
      </dgm:t>
    </dgm:pt>
    <dgm:pt modelId="{45FF9DAE-C999-49BA-93DB-0874285D2A17}">
      <dgm:prSet/>
      <dgm:spPr/>
      <dgm:t>
        <a:bodyPr/>
        <a:lstStyle/>
        <a:p>
          <a:pPr>
            <a:lnSpc>
              <a:spcPct val="100000"/>
            </a:lnSpc>
          </a:pPr>
          <a:r>
            <a:rPr lang="en-TT" b="1" dirty="0"/>
            <a:t>Our aim:</a:t>
          </a:r>
          <a:r>
            <a:rPr lang="en-TT" dirty="0"/>
            <a:t> </a:t>
          </a:r>
          <a:r>
            <a:rPr lang="en-US" dirty="0"/>
            <a:t>Design and Deploy the support ticket system on EKS to achieve High availability, Scalability and Reliability.</a:t>
          </a:r>
        </a:p>
      </dgm:t>
    </dgm:pt>
    <dgm:pt modelId="{B5F8FD97-9219-4D5F-A731-0EE910A80222}" type="parTrans" cxnId="{3B310C0D-60BF-47BC-AED4-9A9DF24214E9}">
      <dgm:prSet/>
      <dgm:spPr/>
      <dgm:t>
        <a:bodyPr/>
        <a:lstStyle/>
        <a:p>
          <a:endParaRPr lang="en-US"/>
        </a:p>
      </dgm:t>
    </dgm:pt>
    <dgm:pt modelId="{A7ECB581-AB28-41B6-A8C1-0B2F8B889212}" type="sibTrans" cxnId="{3B310C0D-60BF-47BC-AED4-9A9DF24214E9}">
      <dgm:prSet/>
      <dgm:spPr/>
      <dgm:t>
        <a:bodyPr/>
        <a:lstStyle/>
        <a:p>
          <a:endParaRPr lang="en-US"/>
        </a:p>
      </dgm:t>
    </dgm:pt>
    <dgm:pt modelId="{A20FCAB8-1E20-483D-ACDB-7074AAD2A27B}" type="pres">
      <dgm:prSet presAssocID="{4583B22C-DC2C-4771-8C79-C7B486C057B0}" presName="root" presStyleCnt="0">
        <dgm:presLayoutVars>
          <dgm:dir/>
          <dgm:resizeHandles val="exact"/>
        </dgm:presLayoutVars>
      </dgm:prSet>
      <dgm:spPr/>
    </dgm:pt>
    <dgm:pt modelId="{13D62895-3C30-42DE-84A6-B2AC4BA22298}" type="pres">
      <dgm:prSet presAssocID="{25B618D3-95D2-449F-B36C-402C1FC410B1}" presName="compNode" presStyleCnt="0"/>
      <dgm:spPr/>
    </dgm:pt>
    <dgm:pt modelId="{DC7312C1-05FB-415B-9C76-05F87CB91EBF}" type="pres">
      <dgm:prSet presAssocID="{25B618D3-95D2-449F-B36C-402C1FC410B1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A35A71B9-CAA1-40EC-86BB-0630C835AB33}" type="pres">
      <dgm:prSet presAssocID="{25B618D3-95D2-449F-B36C-402C1FC410B1}" presName="spaceRect" presStyleCnt="0"/>
      <dgm:spPr/>
    </dgm:pt>
    <dgm:pt modelId="{66ACC469-B297-433F-AA9D-9E559C9A6C00}" type="pres">
      <dgm:prSet presAssocID="{25B618D3-95D2-449F-B36C-402C1FC410B1}" presName="textRect" presStyleLbl="revTx" presStyleIdx="0" presStyleCnt="2">
        <dgm:presLayoutVars>
          <dgm:chMax val="1"/>
          <dgm:chPref val="1"/>
        </dgm:presLayoutVars>
      </dgm:prSet>
      <dgm:spPr/>
    </dgm:pt>
    <dgm:pt modelId="{493DC98E-3A8D-4541-96AF-460A74317527}" type="pres">
      <dgm:prSet presAssocID="{0DAA0E20-B702-4811-A304-A6B00ADFAC36}" presName="sibTrans" presStyleCnt="0"/>
      <dgm:spPr/>
    </dgm:pt>
    <dgm:pt modelId="{796528D4-35D9-41C7-993F-EA69EB8423D5}" type="pres">
      <dgm:prSet presAssocID="{45FF9DAE-C999-49BA-93DB-0874285D2A17}" presName="compNode" presStyleCnt="0"/>
      <dgm:spPr/>
    </dgm:pt>
    <dgm:pt modelId="{D9281CBC-9BC3-44CF-A716-B3038C7CF5E9}" type="pres">
      <dgm:prSet presAssocID="{45FF9DAE-C999-49BA-93DB-0874285D2A17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47DCB95-65CC-49C8-9ACA-89B8F24D5E94}" type="pres">
      <dgm:prSet presAssocID="{45FF9DAE-C999-49BA-93DB-0874285D2A17}" presName="spaceRect" presStyleCnt="0"/>
      <dgm:spPr/>
    </dgm:pt>
    <dgm:pt modelId="{2C2DBC95-D937-493B-A160-40A0B17F5B2C}" type="pres">
      <dgm:prSet presAssocID="{45FF9DAE-C999-49BA-93DB-0874285D2A1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B310C0D-60BF-47BC-AED4-9A9DF24214E9}" srcId="{4583B22C-DC2C-4771-8C79-C7B486C057B0}" destId="{45FF9DAE-C999-49BA-93DB-0874285D2A17}" srcOrd="1" destOrd="0" parTransId="{B5F8FD97-9219-4D5F-A731-0EE910A80222}" sibTransId="{A7ECB581-AB28-41B6-A8C1-0B2F8B889212}"/>
    <dgm:cxn modelId="{0D3D811F-EBF2-48AD-A626-9B88623964ED}" type="presOf" srcId="{25B618D3-95D2-449F-B36C-402C1FC410B1}" destId="{66ACC469-B297-433F-AA9D-9E559C9A6C00}" srcOrd="0" destOrd="0" presId="urn:microsoft.com/office/officeart/2018/2/layout/IconLabelList"/>
    <dgm:cxn modelId="{1D3B0A32-A700-42B1-9E8F-B08726FB3EEA}" srcId="{4583B22C-DC2C-4771-8C79-C7B486C057B0}" destId="{25B618D3-95D2-449F-B36C-402C1FC410B1}" srcOrd="0" destOrd="0" parTransId="{477BF0FF-D7EF-4488-A5E2-B439458537D1}" sibTransId="{0DAA0E20-B702-4811-A304-A6B00ADFAC36}"/>
    <dgm:cxn modelId="{00545659-B575-4458-A0AA-D25114720461}" type="presOf" srcId="{4583B22C-DC2C-4771-8C79-C7B486C057B0}" destId="{A20FCAB8-1E20-483D-ACDB-7074AAD2A27B}" srcOrd="0" destOrd="0" presId="urn:microsoft.com/office/officeart/2018/2/layout/IconLabelList"/>
    <dgm:cxn modelId="{6C0AF58F-38AF-4746-8202-3BADAAFE32AA}" type="presOf" srcId="{45FF9DAE-C999-49BA-93DB-0874285D2A17}" destId="{2C2DBC95-D937-493B-A160-40A0B17F5B2C}" srcOrd="0" destOrd="0" presId="urn:microsoft.com/office/officeart/2018/2/layout/IconLabelList"/>
    <dgm:cxn modelId="{BB415D46-144C-4085-9131-FA35193FB47E}" type="presParOf" srcId="{A20FCAB8-1E20-483D-ACDB-7074AAD2A27B}" destId="{13D62895-3C30-42DE-84A6-B2AC4BA22298}" srcOrd="0" destOrd="0" presId="urn:microsoft.com/office/officeart/2018/2/layout/IconLabelList"/>
    <dgm:cxn modelId="{9EAD4D74-1D5B-43E0-B1A6-8869F2A5EB74}" type="presParOf" srcId="{13D62895-3C30-42DE-84A6-B2AC4BA22298}" destId="{DC7312C1-05FB-415B-9C76-05F87CB91EBF}" srcOrd="0" destOrd="0" presId="urn:microsoft.com/office/officeart/2018/2/layout/IconLabelList"/>
    <dgm:cxn modelId="{7EC46157-161F-43BD-991E-E6836BF0FA47}" type="presParOf" srcId="{13D62895-3C30-42DE-84A6-B2AC4BA22298}" destId="{A35A71B9-CAA1-40EC-86BB-0630C835AB33}" srcOrd="1" destOrd="0" presId="urn:microsoft.com/office/officeart/2018/2/layout/IconLabelList"/>
    <dgm:cxn modelId="{B71070E0-2744-4A9D-9772-3B1FD29E4040}" type="presParOf" srcId="{13D62895-3C30-42DE-84A6-B2AC4BA22298}" destId="{66ACC469-B297-433F-AA9D-9E559C9A6C00}" srcOrd="2" destOrd="0" presId="urn:microsoft.com/office/officeart/2018/2/layout/IconLabelList"/>
    <dgm:cxn modelId="{15C063B9-4DFC-468B-A8AA-A8328CFF86B2}" type="presParOf" srcId="{A20FCAB8-1E20-483D-ACDB-7074AAD2A27B}" destId="{493DC98E-3A8D-4541-96AF-460A74317527}" srcOrd="1" destOrd="0" presId="urn:microsoft.com/office/officeart/2018/2/layout/IconLabelList"/>
    <dgm:cxn modelId="{960E7EBE-14A2-4381-9B50-38B9C3186A07}" type="presParOf" srcId="{A20FCAB8-1E20-483D-ACDB-7074AAD2A27B}" destId="{796528D4-35D9-41C7-993F-EA69EB8423D5}" srcOrd="2" destOrd="0" presId="urn:microsoft.com/office/officeart/2018/2/layout/IconLabelList"/>
    <dgm:cxn modelId="{BDFD9DA4-D43B-4E0C-AF0E-E2A728E4A3EB}" type="presParOf" srcId="{796528D4-35D9-41C7-993F-EA69EB8423D5}" destId="{D9281CBC-9BC3-44CF-A716-B3038C7CF5E9}" srcOrd="0" destOrd="0" presId="urn:microsoft.com/office/officeart/2018/2/layout/IconLabelList"/>
    <dgm:cxn modelId="{53E730DE-9CA2-431F-AED2-D3A76DFD5C50}" type="presParOf" srcId="{796528D4-35D9-41C7-993F-EA69EB8423D5}" destId="{C47DCB95-65CC-49C8-9ACA-89B8F24D5E94}" srcOrd="1" destOrd="0" presId="urn:microsoft.com/office/officeart/2018/2/layout/IconLabelList"/>
    <dgm:cxn modelId="{FB37D712-B338-4FB6-B53E-AED83EE46DFD}" type="presParOf" srcId="{796528D4-35D9-41C7-993F-EA69EB8423D5}" destId="{2C2DBC95-D937-493B-A160-40A0B17F5B2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68A48B7-661D-45F3-878A-0577CCF226DA}" type="doc">
      <dgm:prSet loTypeId="urn:microsoft.com/office/officeart/2018/2/layout/IconLabelList" loCatId="icon" qsTypeId="urn:microsoft.com/office/officeart/2005/8/quickstyle/simple1#352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D4C3862-DD5B-4054-BC76-A3864B682EF5}">
      <dgm:prSet/>
      <dgm:spPr/>
      <dgm:t>
        <a:bodyPr/>
        <a:lstStyle/>
        <a:p>
          <a:pPr>
            <a:lnSpc>
              <a:spcPct val="100000"/>
            </a:lnSpc>
          </a:pPr>
          <a:r>
            <a:rPr lang="en-TT" dirty="0"/>
            <a:t>Start up currently has 10,000 active users</a:t>
          </a:r>
          <a:endParaRPr lang="en-US" dirty="0"/>
        </a:p>
      </dgm:t>
    </dgm:pt>
    <dgm:pt modelId="{7547C825-390B-436C-9F48-C36FDE5335CE}" type="parTrans" cxnId="{2E96CB89-FB6F-48F3-80DA-197159B90241}">
      <dgm:prSet/>
      <dgm:spPr/>
      <dgm:t>
        <a:bodyPr/>
        <a:lstStyle/>
        <a:p>
          <a:endParaRPr lang="en-US"/>
        </a:p>
      </dgm:t>
    </dgm:pt>
    <dgm:pt modelId="{3AF9F247-8029-469E-82B8-760C83C4E22B}" type="sibTrans" cxnId="{2E96CB89-FB6F-48F3-80DA-197159B90241}">
      <dgm:prSet/>
      <dgm:spPr/>
      <dgm:t>
        <a:bodyPr/>
        <a:lstStyle/>
        <a:p>
          <a:endParaRPr lang="en-US"/>
        </a:p>
      </dgm:t>
    </dgm:pt>
    <dgm:pt modelId="{FCF7D37B-8A65-4D63-AD20-9974025BBC5F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5% of Active users at Peak Time</a:t>
          </a:r>
          <a:endParaRPr lang="en-US"/>
        </a:p>
      </dgm:t>
    </dgm:pt>
    <dgm:pt modelId="{A323E6E5-BBC3-479B-9985-D6115659E3F5}" type="parTrans" cxnId="{04EA31B2-1AA9-4CBB-A8B1-C53A3A64A90A}">
      <dgm:prSet/>
      <dgm:spPr/>
      <dgm:t>
        <a:bodyPr/>
        <a:lstStyle/>
        <a:p>
          <a:endParaRPr lang="en-US"/>
        </a:p>
      </dgm:t>
    </dgm:pt>
    <dgm:pt modelId="{4D5FA7EB-D417-4BD3-A328-E82034A52FCB}" type="sibTrans" cxnId="{04EA31B2-1AA9-4CBB-A8B1-C53A3A64A90A}">
      <dgm:prSet/>
      <dgm:spPr/>
      <dgm:t>
        <a:bodyPr/>
        <a:lstStyle/>
        <a:p>
          <a:endParaRPr lang="en-US"/>
        </a:p>
      </dgm:t>
    </dgm:pt>
    <dgm:pt modelId="{F54B7329-A362-496C-B0E5-341291959E23}" type="pres">
      <dgm:prSet presAssocID="{468A48B7-661D-45F3-878A-0577CCF226DA}" presName="root" presStyleCnt="0">
        <dgm:presLayoutVars>
          <dgm:dir/>
          <dgm:resizeHandles val="exact"/>
        </dgm:presLayoutVars>
      </dgm:prSet>
      <dgm:spPr/>
    </dgm:pt>
    <dgm:pt modelId="{64092A5A-00B9-48C2-B114-58E94E1176E5}" type="pres">
      <dgm:prSet presAssocID="{7D4C3862-DD5B-4054-BC76-A3864B682EF5}" presName="compNode" presStyleCnt="0"/>
      <dgm:spPr/>
    </dgm:pt>
    <dgm:pt modelId="{D8987888-02C5-41AF-927E-1E9C42B5F555}" type="pres">
      <dgm:prSet presAssocID="{7D4C3862-DD5B-4054-BC76-A3864B682EF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71F828A-E94C-467B-8061-5E46AC5D4C3C}" type="pres">
      <dgm:prSet presAssocID="{7D4C3862-DD5B-4054-BC76-A3864B682EF5}" presName="spaceRect" presStyleCnt="0"/>
      <dgm:spPr/>
    </dgm:pt>
    <dgm:pt modelId="{ED7A570F-F0F0-4205-A5F2-A52D769348F0}" type="pres">
      <dgm:prSet presAssocID="{7D4C3862-DD5B-4054-BC76-A3864B682EF5}" presName="textRect" presStyleLbl="revTx" presStyleIdx="0" presStyleCnt="2">
        <dgm:presLayoutVars>
          <dgm:chMax val="1"/>
          <dgm:chPref val="1"/>
        </dgm:presLayoutVars>
      </dgm:prSet>
      <dgm:spPr/>
    </dgm:pt>
    <dgm:pt modelId="{2C62CCF0-433A-4CCA-B9C3-4CF8DF952AA8}" type="pres">
      <dgm:prSet presAssocID="{3AF9F247-8029-469E-82B8-760C83C4E22B}" presName="sibTrans" presStyleCnt="0"/>
      <dgm:spPr/>
    </dgm:pt>
    <dgm:pt modelId="{52DA02C2-BA97-4DBF-94EF-908AE46CCEBB}" type="pres">
      <dgm:prSet presAssocID="{FCF7D37B-8A65-4D63-AD20-9974025BBC5F}" presName="compNode" presStyleCnt="0"/>
      <dgm:spPr/>
    </dgm:pt>
    <dgm:pt modelId="{703B2EBE-7608-4118-B4DB-8CE4FE3766BC}" type="pres">
      <dgm:prSet presAssocID="{FCF7D37B-8A65-4D63-AD20-9974025BBC5F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EACFF833-646D-414C-8313-623F45B7266C}" type="pres">
      <dgm:prSet presAssocID="{FCF7D37B-8A65-4D63-AD20-9974025BBC5F}" presName="spaceRect" presStyleCnt="0"/>
      <dgm:spPr/>
    </dgm:pt>
    <dgm:pt modelId="{CB807636-D468-4A4B-A06F-38DA7EBB4200}" type="pres">
      <dgm:prSet presAssocID="{FCF7D37B-8A65-4D63-AD20-9974025BBC5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106A856-8A56-4904-86CE-E3F96C47050C}" type="presOf" srcId="{FCF7D37B-8A65-4D63-AD20-9974025BBC5F}" destId="{CB807636-D468-4A4B-A06F-38DA7EBB4200}" srcOrd="0" destOrd="0" presId="urn:microsoft.com/office/officeart/2018/2/layout/IconLabelList"/>
    <dgm:cxn modelId="{2E96CB89-FB6F-48F3-80DA-197159B90241}" srcId="{468A48B7-661D-45F3-878A-0577CCF226DA}" destId="{7D4C3862-DD5B-4054-BC76-A3864B682EF5}" srcOrd="0" destOrd="0" parTransId="{7547C825-390B-436C-9F48-C36FDE5335CE}" sibTransId="{3AF9F247-8029-469E-82B8-760C83C4E22B}"/>
    <dgm:cxn modelId="{04EA31B2-1AA9-4CBB-A8B1-C53A3A64A90A}" srcId="{468A48B7-661D-45F3-878A-0577CCF226DA}" destId="{FCF7D37B-8A65-4D63-AD20-9974025BBC5F}" srcOrd="1" destOrd="0" parTransId="{A323E6E5-BBC3-479B-9985-D6115659E3F5}" sibTransId="{4D5FA7EB-D417-4BD3-A328-E82034A52FCB}"/>
    <dgm:cxn modelId="{F899B1D6-3CB4-4F16-8482-88AC86F7A5CA}" type="presOf" srcId="{468A48B7-661D-45F3-878A-0577CCF226DA}" destId="{F54B7329-A362-496C-B0E5-341291959E23}" srcOrd="0" destOrd="0" presId="urn:microsoft.com/office/officeart/2018/2/layout/IconLabelList"/>
    <dgm:cxn modelId="{CB2733DF-3E50-4CDB-852B-D7F84CFE879A}" type="presOf" srcId="{7D4C3862-DD5B-4054-BC76-A3864B682EF5}" destId="{ED7A570F-F0F0-4205-A5F2-A52D769348F0}" srcOrd="0" destOrd="0" presId="urn:microsoft.com/office/officeart/2018/2/layout/IconLabelList"/>
    <dgm:cxn modelId="{F0593D3C-4474-4492-BEB9-8BF8A7B08A86}" type="presParOf" srcId="{F54B7329-A362-496C-B0E5-341291959E23}" destId="{64092A5A-00B9-48C2-B114-58E94E1176E5}" srcOrd="0" destOrd="0" presId="urn:microsoft.com/office/officeart/2018/2/layout/IconLabelList"/>
    <dgm:cxn modelId="{8C0D6253-170A-418E-80FE-1903CB211F06}" type="presParOf" srcId="{64092A5A-00B9-48C2-B114-58E94E1176E5}" destId="{D8987888-02C5-41AF-927E-1E9C42B5F555}" srcOrd="0" destOrd="0" presId="urn:microsoft.com/office/officeart/2018/2/layout/IconLabelList"/>
    <dgm:cxn modelId="{38C60784-7FD9-4348-8262-4CBAB83B032A}" type="presParOf" srcId="{64092A5A-00B9-48C2-B114-58E94E1176E5}" destId="{C71F828A-E94C-467B-8061-5E46AC5D4C3C}" srcOrd="1" destOrd="0" presId="urn:microsoft.com/office/officeart/2018/2/layout/IconLabelList"/>
    <dgm:cxn modelId="{E2379319-9889-49D5-9A9B-29A4B0EF712A}" type="presParOf" srcId="{64092A5A-00B9-48C2-B114-58E94E1176E5}" destId="{ED7A570F-F0F0-4205-A5F2-A52D769348F0}" srcOrd="2" destOrd="0" presId="urn:microsoft.com/office/officeart/2018/2/layout/IconLabelList"/>
    <dgm:cxn modelId="{65264510-642F-4DDE-B454-5344A28D883D}" type="presParOf" srcId="{F54B7329-A362-496C-B0E5-341291959E23}" destId="{2C62CCF0-433A-4CCA-B9C3-4CF8DF952AA8}" srcOrd="1" destOrd="0" presId="urn:microsoft.com/office/officeart/2018/2/layout/IconLabelList"/>
    <dgm:cxn modelId="{2DAA2D15-AFF7-4E75-B641-F1D6CAE0C5BF}" type="presParOf" srcId="{F54B7329-A362-496C-B0E5-341291959E23}" destId="{52DA02C2-BA97-4DBF-94EF-908AE46CCEBB}" srcOrd="2" destOrd="0" presId="urn:microsoft.com/office/officeart/2018/2/layout/IconLabelList"/>
    <dgm:cxn modelId="{FA62EBEE-30FA-4E84-B33C-3160F51601E5}" type="presParOf" srcId="{52DA02C2-BA97-4DBF-94EF-908AE46CCEBB}" destId="{703B2EBE-7608-4118-B4DB-8CE4FE3766BC}" srcOrd="0" destOrd="0" presId="urn:microsoft.com/office/officeart/2018/2/layout/IconLabelList"/>
    <dgm:cxn modelId="{7CCED9BA-8E1F-4D61-9E84-76EF6F75FA5E}" type="presParOf" srcId="{52DA02C2-BA97-4DBF-94EF-908AE46CCEBB}" destId="{EACFF833-646D-414C-8313-623F45B7266C}" srcOrd="1" destOrd="0" presId="urn:microsoft.com/office/officeart/2018/2/layout/IconLabelList"/>
    <dgm:cxn modelId="{0D646AB7-945B-4D5E-A6EF-C836C11386FB}" type="presParOf" srcId="{52DA02C2-BA97-4DBF-94EF-908AE46CCEBB}" destId="{CB807636-D468-4A4B-A06F-38DA7EBB420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572C151-CEC4-437E-8B70-9F7A13271904}" type="doc">
      <dgm:prSet loTypeId="urn:microsoft.com/office/officeart/2018/2/layout/IconCircleList" loCatId="icon" qsTypeId="urn:microsoft.com/office/officeart/2005/8/quickstyle/simple4" qsCatId="simple" csTypeId="urn:microsoft.com/office/officeart/2018/5/colors/Iconchunking_neutralicon_accent2_2" csCatId="accent2" phldr="1"/>
      <dgm:spPr/>
      <dgm:t>
        <a:bodyPr/>
        <a:lstStyle/>
        <a:p>
          <a:endParaRPr lang="en-US"/>
        </a:p>
      </dgm:t>
    </dgm:pt>
    <dgm:pt modelId="{BD64E27B-A21A-43FA-AB77-FD1469FC9C1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TT" sz="1600" dirty="0"/>
            <a:t>Reliability - Zonal Fail Over</a:t>
          </a:r>
          <a:endParaRPr lang="en-US" sz="1600" dirty="0"/>
        </a:p>
      </dgm:t>
    </dgm:pt>
    <dgm:pt modelId="{9EBB02D1-F35E-4AAE-A052-93624A0B7954}" type="parTrans" cxnId="{BD325C60-BA9D-465F-978E-05586AFABD76}">
      <dgm:prSet/>
      <dgm:spPr/>
      <dgm:t>
        <a:bodyPr/>
        <a:lstStyle/>
        <a:p>
          <a:endParaRPr lang="en-US"/>
        </a:p>
      </dgm:t>
    </dgm:pt>
    <dgm:pt modelId="{862275C5-7895-4830-8273-E70BA8A6B8F2}" type="sibTrans" cxnId="{BD325C60-BA9D-465F-978E-05586AFABD7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AB88093-204C-46F6-8487-FD6C37BA405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Data Persistency and Integrity – EBS, Cross Region Replica, Snapshots,  Automated Backups</a:t>
          </a:r>
        </a:p>
      </dgm:t>
    </dgm:pt>
    <dgm:pt modelId="{982ADB40-DB89-46C3-BB4B-004E5A25F7B2}" type="parTrans" cxnId="{0D8BE623-EA1B-4CFF-9E61-3E0B8A75151C}">
      <dgm:prSet/>
      <dgm:spPr/>
      <dgm:t>
        <a:bodyPr/>
        <a:lstStyle/>
        <a:p>
          <a:endParaRPr lang="en-US"/>
        </a:p>
      </dgm:t>
    </dgm:pt>
    <dgm:pt modelId="{C975D5EE-DD6E-459E-80AA-4F42876B894B}" type="sibTrans" cxnId="{0D8BE623-EA1B-4CFF-9E61-3E0B8A75151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E77D452-B341-42DE-871B-A58DF3533AB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Operational Excellence – Helm Charts &amp; Lens</a:t>
          </a:r>
        </a:p>
      </dgm:t>
    </dgm:pt>
    <dgm:pt modelId="{54F4E48A-97F4-49B3-A5F4-657DC36F27B8}" type="parTrans" cxnId="{84AAC48F-C840-4632-B7EC-5BA380EC68EF}">
      <dgm:prSet/>
      <dgm:spPr/>
      <dgm:t>
        <a:bodyPr/>
        <a:lstStyle/>
        <a:p>
          <a:endParaRPr lang="en-US"/>
        </a:p>
      </dgm:t>
    </dgm:pt>
    <dgm:pt modelId="{5D12F1D0-F3A7-4CF7-A836-DBA1600B6C59}" type="sibTrans" cxnId="{84AAC48F-C840-4632-B7EC-5BA380EC68E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3A0DB2E-7A5E-4BA3-9C78-39BCC3865C6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Performance Efficiency &amp; Cost – Minimum Worker Provisioning,  VPC Endpoint</a:t>
          </a:r>
        </a:p>
      </dgm:t>
    </dgm:pt>
    <dgm:pt modelId="{A38E1DA5-0ED0-42CE-96E9-9E0F6FE8CFB1}" type="parTrans" cxnId="{E1B06391-AC82-48C0-8EC5-45A77F82CF42}">
      <dgm:prSet/>
      <dgm:spPr/>
      <dgm:t>
        <a:bodyPr/>
        <a:lstStyle/>
        <a:p>
          <a:endParaRPr lang="en-US"/>
        </a:p>
      </dgm:t>
    </dgm:pt>
    <dgm:pt modelId="{3BB67FCB-36C0-418A-98E6-48905E7DC09F}" type="sibTrans" cxnId="{E1B06391-AC82-48C0-8EC5-45A77F82CF4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DD7A5C3-941B-4BD3-80A1-876150BECB3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Security – Subnets, IAM Roles, Security Groups</a:t>
          </a:r>
        </a:p>
      </dgm:t>
    </dgm:pt>
    <dgm:pt modelId="{5FA31F6D-F375-4188-9022-4FEE21426671}" type="parTrans" cxnId="{07C81C9A-AB71-4283-9E20-ED5EC4C74020}">
      <dgm:prSet/>
      <dgm:spPr/>
      <dgm:t>
        <a:bodyPr/>
        <a:lstStyle/>
        <a:p>
          <a:endParaRPr lang="en-US"/>
        </a:p>
      </dgm:t>
    </dgm:pt>
    <dgm:pt modelId="{F21E9988-6743-4621-BC2F-10A541ED8B14}" type="sibTrans" cxnId="{07C81C9A-AB71-4283-9E20-ED5EC4C74020}">
      <dgm:prSet/>
      <dgm:spPr/>
      <dgm:t>
        <a:bodyPr/>
        <a:lstStyle/>
        <a:p>
          <a:endParaRPr lang="en-US"/>
        </a:p>
      </dgm:t>
    </dgm:pt>
    <dgm:pt modelId="{4ACCCDD5-A5D2-4A16-BB41-D6116C3DEC64}" type="pres">
      <dgm:prSet presAssocID="{8572C151-CEC4-437E-8B70-9F7A13271904}" presName="root" presStyleCnt="0">
        <dgm:presLayoutVars>
          <dgm:dir/>
          <dgm:resizeHandles val="exact"/>
        </dgm:presLayoutVars>
      </dgm:prSet>
      <dgm:spPr/>
    </dgm:pt>
    <dgm:pt modelId="{9CB78652-4BAB-4059-A023-E19EB817A00D}" type="pres">
      <dgm:prSet presAssocID="{8572C151-CEC4-437E-8B70-9F7A13271904}" presName="container" presStyleCnt="0">
        <dgm:presLayoutVars>
          <dgm:dir/>
          <dgm:resizeHandles val="exact"/>
        </dgm:presLayoutVars>
      </dgm:prSet>
      <dgm:spPr/>
    </dgm:pt>
    <dgm:pt modelId="{50CACB3D-15AC-4498-940A-D5E45FB9DD20}" type="pres">
      <dgm:prSet presAssocID="{BD64E27B-A21A-43FA-AB77-FD1469FC9C1C}" presName="compNode" presStyleCnt="0"/>
      <dgm:spPr/>
    </dgm:pt>
    <dgm:pt modelId="{53D37FBE-5BC4-4F2D-9E49-E7BCD24136E4}" type="pres">
      <dgm:prSet presAssocID="{BD64E27B-A21A-43FA-AB77-FD1469FC9C1C}" presName="iconBgRect" presStyleLbl="bgShp" presStyleIdx="0" presStyleCnt="5"/>
      <dgm:spPr/>
    </dgm:pt>
    <dgm:pt modelId="{40AAE40A-0311-4D1C-ADF0-E1C22C76A0AE}" type="pres">
      <dgm:prSet presAssocID="{BD64E27B-A21A-43FA-AB77-FD1469FC9C1C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A9CB87C-BDB8-4C65-B415-9C31FAF37598}" type="pres">
      <dgm:prSet presAssocID="{BD64E27B-A21A-43FA-AB77-FD1469FC9C1C}" presName="spaceRect" presStyleCnt="0"/>
      <dgm:spPr/>
    </dgm:pt>
    <dgm:pt modelId="{10EA76C6-71C0-48D3-BBEE-1E8666BB38A9}" type="pres">
      <dgm:prSet presAssocID="{BD64E27B-A21A-43FA-AB77-FD1469FC9C1C}" presName="textRect" presStyleLbl="revTx" presStyleIdx="0" presStyleCnt="5">
        <dgm:presLayoutVars>
          <dgm:chMax val="1"/>
          <dgm:chPref val="1"/>
        </dgm:presLayoutVars>
      </dgm:prSet>
      <dgm:spPr/>
    </dgm:pt>
    <dgm:pt modelId="{E1A0F31C-6215-4B7A-AC4B-5AE9A3BD0887}" type="pres">
      <dgm:prSet presAssocID="{862275C5-7895-4830-8273-E70BA8A6B8F2}" presName="sibTrans" presStyleLbl="sibTrans2D1" presStyleIdx="0" presStyleCnt="0"/>
      <dgm:spPr/>
    </dgm:pt>
    <dgm:pt modelId="{730D00AA-DC03-4113-8734-AD4DD5BC66C1}" type="pres">
      <dgm:prSet presAssocID="{BAB88093-204C-46F6-8487-FD6C37BA4052}" presName="compNode" presStyleCnt="0"/>
      <dgm:spPr/>
    </dgm:pt>
    <dgm:pt modelId="{2B840C59-56D8-4ACD-AF27-8DDB6BD083F1}" type="pres">
      <dgm:prSet presAssocID="{BAB88093-204C-46F6-8487-FD6C37BA4052}" presName="iconBgRect" presStyleLbl="bgShp" presStyleIdx="1" presStyleCnt="5"/>
      <dgm:spPr/>
    </dgm:pt>
    <dgm:pt modelId="{1C7BA03A-4434-4E05-B600-0EBBCFC3860C}" type="pres">
      <dgm:prSet presAssocID="{BAB88093-204C-46F6-8487-FD6C37BA4052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F09D5B1-25CA-437B-B7C6-FDD7C09EE98C}" type="pres">
      <dgm:prSet presAssocID="{BAB88093-204C-46F6-8487-FD6C37BA4052}" presName="spaceRect" presStyleCnt="0"/>
      <dgm:spPr/>
    </dgm:pt>
    <dgm:pt modelId="{7E094A7F-C2DF-4406-A764-9A322CB69265}" type="pres">
      <dgm:prSet presAssocID="{BAB88093-204C-46F6-8487-FD6C37BA4052}" presName="textRect" presStyleLbl="revTx" presStyleIdx="1" presStyleCnt="5">
        <dgm:presLayoutVars>
          <dgm:chMax val="1"/>
          <dgm:chPref val="1"/>
        </dgm:presLayoutVars>
      </dgm:prSet>
      <dgm:spPr/>
    </dgm:pt>
    <dgm:pt modelId="{9511B10A-B019-4D78-B704-43106123DA16}" type="pres">
      <dgm:prSet presAssocID="{C975D5EE-DD6E-459E-80AA-4F42876B894B}" presName="sibTrans" presStyleLbl="sibTrans2D1" presStyleIdx="0" presStyleCnt="0"/>
      <dgm:spPr/>
    </dgm:pt>
    <dgm:pt modelId="{63DE0EE5-9F67-4D56-897C-FCB0BEEA40D4}" type="pres">
      <dgm:prSet presAssocID="{7E77D452-B341-42DE-871B-A58DF3533AB0}" presName="compNode" presStyleCnt="0"/>
      <dgm:spPr/>
    </dgm:pt>
    <dgm:pt modelId="{4EEC4638-9B52-4AA0-BB2E-BB48D59042AF}" type="pres">
      <dgm:prSet presAssocID="{7E77D452-B341-42DE-871B-A58DF3533AB0}" presName="iconBgRect" presStyleLbl="bgShp" presStyleIdx="2" presStyleCnt="5"/>
      <dgm:spPr/>
    </dgm:pt>
    <dgm:pt modelId="{BDC04F59-BE45-45AD-8447-21BB65C09819}" type="pres">
      <dgm:prSet presAssocID="{7E77D452-B341-42DE-871B-A58DF3533AB0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6B981F10-EF8C-4194-B543-ED25A2433083}" type="pres">
      <dgm:prSet presAssocID="{7E77D452-B341-42DE-871B-A58DF3533AB0}" presName="spaceRect" presStyleCnt="0"/>
      <dgm:spPr/>
    </dgm:pt>
    <dgm:pt modelId="{2BED0D4E-1709-4E8C-BAF1-8D1C600F910A}" type="pres">
      <dgm:prSet presAssocID="{7E77D452-B341-42DE-871B-A58DF3533AB0}" presName="textRect" presStyleLbl="revTx" presStyleIdx="2" presStyleCnt="5">
        <dgm:presLayoutVars>
          <dgm:chMax val="1"/>
          <dgm:chPref val="1"/>
        </dgm:presLayoutVars>
      </dgm:prSet>
      <dgm:spPr/>
    </dgm:pt>
    <dgm:pt modelId="{9A7D7935-C8C8-4A78-8238-E6400957184A}" type="pres">
      <dgm:prSet presAssocID="{5D12F1D0-F3A7-4CF7-A836-DBA1600B6C59}" presName="sibTrans" presStyleLbl="sibTrans2D1" presStyleIdx="0" presStyleCnt="0"/>
      <dgm:spPr/>
    </dgm:pt>
    <dgm:pt modelId="{C1BBB970-EDEF-43AD-9B84-C4EDBC51A09A}" type="pres">
      <dgm:prSet presAssocID="{33A0DB2E-7A5E-4BA3-9C78-39BCC3865C63}" presName="compNode" presStyleCnt="0"/>
      <dgm:spPr/>
    </dgm:pt>
    <dgm:pt modelId="{FBFD1F10-603C-4DB7-A4FF-1EAA6D0791D8}" type="pres">
      <dgm:prSet presAssocID="{33A0DB2E-7A5E-4BA3-9C78-39BCC3865C63}" presName="iconBgRect" presStyleLbl="bgShp" presStyleIdx="3" presStyleCnt="5"/>
      <dgm:spPr/>
    </dgm:pt>
    <dgm:pt modelId="{F1F1B759-679B-42BC-8331-42DF898DA46D}" type="pres">
      <dgm:prSet presAssocID="{33A0DB2E-7A5E-4BA3-9C78-39BCC3865C63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ED16C98-3413-4068-B1D6-4CDB7E813C1D}" type="pres">
      <dgm:prSet presAssocID="{33A0DB2E-7A5E-4BA3-9C78-39BCC3865C63}" presName="spaceRect" presStyleCnt="0"/>
      <dgm:spPr/>
    </dgm:pt>
    <dgm:pt modelId="{0DF974CC-4081-4788-A402-AD460B3B8640}" type="pres">
      <dgm:prSet presAssocID="{33A0DB2E-7A5E-4BA3-9C78-39BCC3865C63}" presName="textRect" presStyleLbl="revTx" presStyleIdx="3" presStyleCnt="5">
        <dgm:presLayoutVars>
          <dgm:chMax val="1"/>
          <dgm:chPref val="1"/>
        </dgm:presLayoutVars>
      </dgm:prSet>
      <dgm:spPr/>
    </dgm:pt>
    <dgm:pt modelId="{3E04AA88-B54B-4A52-B10B-E8B2E567EE6F}" type="pres">
      <dgm:prSet presAssocID="{3BB67FCB-36C0-418A-98E6-48905E7DC09F}" presName="sibTrans" presStyleLbl="sibTrans2D1" presStyleIdx="0" presStyleCnt="0"/>
      <dgm:spPr/>
    </dgm:pt>
    <dgm:pt modelId="{F3A5AF31-45D3-4565-9254-7FBDCD380BAB}" type="pres">
      <dgm:prSet presAssocID="{7DD7A5C3-941B-4BD3-80A1-876150BECB31}" presName="compNode" presStyleCnt="0"/>
      <dgm:spPr/>
    </dgm:pt>
    <dgm:pt modelId="{E585F871-D93E-4B55-BA5D-0767E55E49F5}" type="pres">
      <dgm:prSet presAssocID="{7DD7A5C3-941B-4BD3-80A1-876150BECB31}" presName="iconBgRect" presStyleLbl="bgShp" presStyleIdx="4" presStyleCnt="5"/>
      <dgm:spPr/>
    </dgm:pt>
    <dgm:pt modelId="{C777966D-EC2F-4119-AE5A-871E5B02CB23}" type="pres">
      <dgm:prSet presAssocID="{7DD7A5C3-941B-4BD3-80A1-876150BECB31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7AECA8C9-F0DB-48DB-8636-ED640B1CDF3C}" type="pres">
      <dgm:prSet presAssocID="{7DD7A5C3-941B-4BD3-80A1-876150BECB31}" presName="spaceRect" presStyleCnt="0"/>
      <dgm:spPr/>
    </dgm:pt>
    <dgm:pt modelId="{27DA58FB-8F09-41A3-ABD3-6E39FC83D0EB}" type="pres">
      <dgm:prSet presAssocID="{7DD7A5C3-941B-4BD3-80A1-876150BECB3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0D8BE623-EA1B-4CFF-9E61-3E0B8A75151C}" srcId="{8572C151-CEC4-437E-8B70-9F7A13271904}" destId="{BAB88093-204C-46F6-8487-FD6C37BA4052}" srcOrd="1" destOrd="0" parTransId="{982ADB40-DB89-46C3-BB4B-004E5A25F7B2}" sibTransId="{C975D5EE-DD6E-459E-80AA-4F42876B894B}"/>
    <dgm:cxn modelId="{E6E6352B-0C08-4C9B-94D3-0EDA8F525759}" type="presOf" srcId="{3BB67FCB-36C0-418A-98E6-48905E7DC09F}" destId="{3E04AA88-B54B-4A52-B10B-E8B2E567EE6F}" srcOrd="0" destOrd="0" presId="urn:microsoft.com/office/officeart/2018/2/layout/IconCircleList"/>
    <dgm:cxn modelId="{F6DFE35C-C52F-462B-AB20-408799376A93}" type="presOf" srcId="{8572C151-CEC4-437E-8B70-9F7A13271904}" destId="{4ACCCDD5-A5D2-4A16-BB41-D6116C3DEC64}" srcOrd="0" destOrd="0" presId="urn:microsoft.com/office/officeart/2018/2/layout/IconCircleList"/>
    <dgm:cxn modelId="{BD325C60-BA9D-465F-978E-05586AFABD76}" srcId="{8572C151-CEC4-437E-8B70-9F7A13271904}" destId="{BD64E27B-A21A-43FA-AB77-FD1469FC9C1C}" srcOrd="0" destOrd="0" parTransId="{9EBB02D1-F35E-4AAE-A052-93624A0B7954}" sibTransId="{862275C5-7895-4830-8273-E70BA8A6B8F2}"/>
    <dgm:cxn modelId="{792FE743-B229-4417-A5D7-4CB25DB75DCD}" type="presOf" srcId="{5D12F1D0-F3A7-4CF7-A836-DBA1600B6C59}" destId="{9A7D7935-C8C8-4A78-8238-E6400957184A}" srcOrd="0" destOrd="0" presId="urn:microsoft.com/office/officeart/2018/2/layout/IconCircleList"/>
    <dgm:cxn modelId="{55E7FE80-C41F-47FF-B2B4-171F28CF4767}" type="presOf" srcId="{BD64E27B-A21A-43FA-AB77-FD1469FC9C1C}" destId="{10EA76C6-71C0-48D3-BBEE-1E8666BB38A9}" srcOrd="0" destOrd="0" presId="urn:microsoft.com/office/officeart/2018/2/layout/IconCircleList"/>
    <dgm:cxn modelId="{84AAC48F-C840-4632-B7EC-5BA380EC68EF}" srcId="{8572C151-CEC4-437E-8B70-9F7A13271904}" destId="{7E77D452-B341-42DE-871B-A58DF3533AB0}" srcOrd="2" destOrd="0" parTransId="{54F4E48A-97F4-49B3-A5F4-657DC36F27B8}" sibTransId="{5D12F1D0-F3A7-4CF7-A836-DBA1600B6C59}"/>
    <dgm:cxn modelId="{E1B06391-AC82-48C0-8EC5-45A77F82CF42}" srcId="{8572C151-CEC4-437E-8B70-9F7A13271904}" destId="{33A0DB2E-7A5E-4BA3-9C78-39BCC3865C63}" srcOrd="3" destOrd="0" parTransId="{A38E1DA5-0ED0-42CE-96E9-9E0F6FE8CFB1}" sibTransId="{3BB67FCB-36C0-418A-98E6-48905E7DC09F}"/>
    <dgm:cxn modelId="{07C81C9A-AB71-4283-9E20-ED5EC4C74020}" srcId="{8572C151-CEC4-437E-8B70-9F7A13271904}" destId="{7DD7A5C3-941B-4BD3-80A1-876150BECB31}" srcOrd="4" destOrd="0" parTransId="{5FA31F6D-F375-4188-9022-4FEE21426671}" sibTransId="{F21E9988-6743-4621-BC2F-10A541ED8B14}"/>
    <dgm:cxn modelId="{3C041BA6-F92B-46BF-838E-D9E140A44451}" type="presOf" srcId="{33A0DB2E-7A5E-4BA3-9C78-39BCC3865C63}" destId="{0DF974CC-4081-4788-A402-AD460B3B8640}" srcOrd="0" destOrd="0" presId="urn:microsoft.com/office/officeart/2018/2/layout/IconCircleList"/>
    <dgm:cxn modelId="{3D69C2B9-8A87-4D61-91E8-76AE33987367}" type="presOf" srcId="{862275C5-7895-4830-8273-E70BA8A6B8F2}" destId="{E1A0F31C-6215-4B7A-AC4B-5AE9A3BD0887}" srcOrd="0" destOrd="0" presId="urn:microsoft.com/office/officeart/2018/2/layout/IconCircleList"/>
    <dgm:cxn modelId="{D25FC2BE-11EF-4940-906E-35CA43A9465C}" type="presOf" srcId="{C975D5EE-DD6E-459E-80AA-4F42876B894B}" destId="{9511B10A-B019-4D78-B704-43106123DA16}" srcOrd="0" destOrd="0" presId="urn:microsoft.com/office/officeart/2018/2/layout/IconCircleList"/>
    <dgm:cxn modelId="{CFC456E2-67B0-4A7E-B138-A31133319DBC}" type="presOf" srcId="{7DD7A5C3-941B-4BD3-80A1-876150BECB31}" destId="{27DA58FB-8F09-41A3-ABD3-6E39FC83D0EB}" srcOrd="0" destOrd="0" presId="urn:microsoft.com/office/officeart/2018/2/layout/IconCircleList"/>
    <dgm:cxn modelId="{BD3589EA-4D0F-472A-A156-30335EB06B7D}" type="presOf" srcId="{BAB88093-204C-46F6-8487-FD6C37BA4052}" destId="{7E094A7F-C2DF-4406-A764-9A322CB69265}" srcOrd="0" destOrd="0" presId="urn:microsoft.com/office/officeart/2018/2/layout/IconCircleList"/>
    <dgm:cxn modelId="{D86B79F9-AA96-44D9-B726-5F0081C43C10}" type="presOf" srcId="{7E77D452-B341-42DE-871B-A58DF3533AB0}" destId="{2BED0D4E-1709-4E8C-BAF1-8D1C600F910A}" srcOrd="0" destOrd="0" presId="urn:microsoft.com/office/officeart/2018/2/layout/IconCircleList"/>
    <dgm:cxn modelId="{52E18D22-3873-44C4-9BE8-4A21C9401CA9}" type="presParOf" srcId="{4ACCCDD5-A5D2-4A16-BB41-D6116C3DEC64}" destId="{9CB78652-4BAB-4059-A023-E19EB817A00D}" srcOrd="0" destOrd="0" presId="urn:microsoft.com/office/officeart/2018/2/layout/IconCircleList"/>
    <dgm:cxn modelId="{2C86C7C2-02F8-4272-8823-90E9E20AF593}" type="presParOf" srcId="{9CB78652-4BAB-4059-A023-E19EB817A00D}" destId="{50CACB3D-15AC-4498-940A-D5E45FB9DD20}" srcOrd="0" destOrd="0" presId="urn:microsoft.com/office/officeart/2018/2/layout/IconCircleList"/>
    <dgm:cxn modelId="{A5709038-1F75-4374-8266-7DC5DF6904A0}" type="presParOf" srcId="{50CACB3D-15AC-4498-940A-D5E45FB9DD20}" destId="{53D37FBE-5BC4-4F2D-9E49-E7BCD24136E4}" srcOrd="0" destOrd="0" presId="urn:microsoft.com/office/officeart/2018/2/layout/IconCircleList"/>
    <dgm:cxn modelId="{C3D80666-2A67-410B-829E-4D39F3F6031F}" type="presParOf" srcId="{50CACB3D-15AC-4498-940A-D5E45FB9DD20}" destId="{40AAE40A-0311-4D1C-ADF0-E1C22C76A0AE}" srcOrd="1" destOrd="0" presId="urn:microsoft.com/office/officeart/2018/2/layout/IconCircleList"/>
    <dgm:cxn modelId="{94A8CDBB-DF9F-4BA3-ACB4-A2FB804DD429}" type="presParOf" srcId="{50CACB3D-15AC-4498-940A-D5E45FB9DD20}" destId="{5A9CB87C-BDB8-4C65-B415-9C31FAF37598}" srcOrd="2" destOrd="0" presId="urn:microsoft.com/office/officeart/2018/2/layout/IconCircleList"/>
    <dgm:cxn modelId="{7B4677A7-6E5F-469E-BE68-48E76C87FA30}" type="presParOf" srcId="{50CACB3D-15AC-4498-940A-D5E45FB9DD20}" destId="{10EA76C6-71C0-48D3-BBEE-1E8666BB38A9}" srcOrd="3" destOrd="0" presId="urn:microsoft.com/office/officeart/2018/2/layout/IconCircleList"/>
    <dgm:cxn modelId="{2C0F60AD-222F-4957-9F1E-9A510A7AF978}" type="presParOf" srcId="{9CB78652-4BAB-4059-A023-E19EB817A00D}" destId="{E1A0F31C-6215-4B7A-AC4B-5AE9A3BD0887}" srcOrd="1" destOrd="0" presId="urn:microsoft.com/office/officeart/2018/2/layout/IconCircleList"/>
    <dgm:cxn modelId="{5BA88122-599B-46E3-A7BD-65A2E1C897AD}" type="presParOf" srcId="{9CB78652-4BAB-4059-A023-E19EB817A00D}" destId="{730D00AA-DC03-4113-8734-AD4DD5BC66C1}" srcOrd="2" destOrd="0" presId="urn:microsoft.com/office/officeart/2018/2/layout/IconCircleList"/>
    <dgm:cxn modelId="{EAC3798D-9C9A-4FEC-B07A-6DC2BAFEB3AE}" type="presParOf" srcId="{730D00AA-DC03-4113-8734-AD4DD5BC66C1}" destId="{2B840C59-56D8-4ACD-AF27-8DDB6BD083F1}" srcOrd="0" destOrd="0" presId="urn:microsoft.com/office/officeart/2018/2/layout/IconCircleList"/>
    <dgm:cxn modelId="{F2B03D6E-E356-4080-80FA-66F02DF3F386}" type="presParOf" srcId="{730D00AA-DC03-4113-8734-AD4DD5BC66C1}" destId="{1C7BA03A-4434-4E05-B600-0EBBCFC3860C}" srcOrd="1" destOrd="0" presId="urn:microsoft.com/office/officeart/2018/2/layout/IconCircleList"/>
    <dgm:cxn modelId="{CFCBE820-0449-4DA7-ACA2-CC835C13FF45}" type="presParOf" srcId="{730D00AA-DC03-4113-8734-AD4DD5BC66C1}" destId="{1F09D5B1-25CA-437B-B7C6-FDD7C09EE98C}" srcOrd="2" destOrd="0" presId="urn:microsoft.com/office/officeart/2018/2/layout/IconCircleList"/>
    <dgm:cxn modelId="{0883D7DF-A2C4-4635-BFB8-23FD3DC7E428}" type="presParOf" srcId="{730D00AA-DC03-4113-8734-AD4DD5BC66C1}" destId="{7E094A7F-C2DF-4406-A764-9A322CB69265}" srcOrd="3" destOrd="0" presId="urn:microsoft.com/office/officeart/2018/2/layout/IconCircleList"/>
    <dgm:cxn modelId="{CD61F2AD-5806-4C9D-BE8D-4A6156B8A0A7}" type="presParOf" srcId="{9CB78652-4BAB-4059-A023-E19EB817A00D}" destId="{9511B10A-B019-4D78-B704-43106123DA16}" srcOrd="3" destOrd="0" presId="urn:microsoft.com/office/officeart/2018/2/layout/IconCircleList"/>
    <dgm:cxn modelId="{98BA159A-52F2-4734-89FF-9557C37AA53C}" type="presParOf" srcId="{9CB78652-4BAB-4059-A023-E19EB817A00D}" destId="{63DE0EE5-9F67-4D56-897C-FCB0BEEA40D4}" srcOrd="4" destOrd="0" presId="urn:microsoft.com/office/officeart/2018/2/layout/IconCircleList"/>
    <dgm:cxn modelId="{D0BA67EB-B49B-49AA-98C5-6E6846D95634}" type="presParOf" srcId="{63DE0EE5-9F67-4D56-897C-FCB0BEEA40D4}" destId="{4EEC4638-9B52-4AA0-BB2E-BB48D59042AF}" srcOrd="0" destOrd="0" presId="urn:microsoft.com/office/officeart/2018/2/layout/IconCircleList"/>
    <dgm:cxn modelId="{2C2DB032-3DC8-4DBB-9914-A13B6B0CBAE4}" type="presParOf" srcId="{63DE0EE5-9F67-4D56-897C-FCB0BEEA40D4}" destId="{BDC04F59-BE45-45AD-8447-21BB65C09819}" srcOrd="1" destOrd="0" presId="urn:microsoft.com/office/officeart/2018/2/layout/IconCircleList"/>
    <dgm:cxn modelId="{CB1267E7-05A5-4728-9310-082CC086E32E}" type="presParOf" srcId="{63DE0EE5-9F67-4D56-897C-FCB0BEEA40D4}" destId="{6B981F10-EF8C-4194-B543-ED25A2433083}" srcOrd="2" destOrd="0" presId="urn:microsoft.com/office/officeart/2018/2/layout/IconCircleList"/>
    <dgm:cxn modelId="{D44452D1-0C5E-4F91-90FF-1BE13D39F81D}" type="presParOf" srcId="{63DE0EE5-9F67-4D56-897C-FCB0BEEA40D4}" destId="{2BED0D4E-1709-4E8C-BAF1-8D1C600F910A}" srcOrd="3" destOrd="0" presId="urn:microsoft.com/office/officeart/2018/2/layout/IconCircleList"/>
    <dgm:cxn modelId="{8241ECE9-8765-4D46-BB3B-FEBF31C9200D}" type="presParOf" srcId="{9CB78652-4BAB-4059-A023-E19EB817A00D}" destId="{9A7D7935-C8C8-4A78-8238-E6400957184A}" srcOrd="5" destOrd="0" presId="urn:microsoft.com/office/officeart/2018/2/layout/IconCircleList"/>
    <dgm:cxn modelId="{D66ED572-02FF-43FC-A39A-47DF975CC321}" type="presParOf" srcId="{9CB78652-4BAB-4059-A023-E19EB817A00D}" destId="{C1BBB970-EDEF-43AD-9B84-C4EDBC51A09A}" srcOrd="6" destOrd="0" presId="urn:microsoft.com/office/officeart/2018/2/layout/IconCircleList"/>
    <dgm:cxn modelId="{D55051BE-9694-4215-8990-D8D927377734}" type="presParOf" srcId="{C1BBB970-EDEF-43AD-9B84-C4EDBC51A09A}" destId="{FBFD1F10-603C-4DB7-A4FF-1EAA6D0791D8}" srcOrd="0" destOrd="0" presId="urn:microsoft.com/office/officeart/2018/2/layout/IconCircleList"/>
    <dgm:cxn modelId="{9F614CDF-D5F9-4480-A98A-CA520FF8BCDD}" type="presParOf" srcId="{C1BBB970-EDEF-43AD-9B84-C4EDBC51A09A}" destId="{F1F1B759-679B-42BC-8331-42DF898DA46D}" srcOrd="1" destOrd="0" presId="urn:microsoft.com/office/officeart/2018/2/layout/IconCircleList"/>
    <dgm:cxn modelId="{4C62CDB8-5087-4EC4-9763-F5F950C5D182}" type="presParOf" srcId="{C1BBB970-EDEF-43AD-9B84-C4EDBC51A09A}" destId="{5ED16C98-3413-4068-B1D6-4CDB7E813C1D}" srcOrd="2" destOrd="0" presId="urn:microsoft.com/office/officeart/2018/2/layout/IconCircleList"/>
    <dgm:cxn modelId="{81535F72-DCC4-42F5-B932-243430BFA59E}" type="presParOf" srcId="{C1BBB970-EDEF-43AD-9B84-C4EDBC51A09A}" destId="{0DF974CC-4081-4788-A402-AD460B3B8640}" srcOrd="3" destOrd="0" presId="urn:microsoft.com/office/officeart/2018/2/layout/IconCircleList"/>
    <dgm:cxn modelId="{850932F7-CABF-4AE0-9196-3A347793C16F}" type="presParOf" srcId="{9CB78652-4BAB-4059-A023-E19EB817A00D}" destId="{3E04AA88-B54B-4A52-B10B-E8B2E567EE6F}" srcOrd="7" destOrd="0" presId="urn:microsoft.com/office/officeart/2018/2/layout/IconCircleList"/>
    <dgm:cxn modelId="{1521B538-A5F2-49D1-91C1-6B5202D1C740}" type="presParOf" srcId="{9CB78652-4BAB-4059-A023-E19EB817A00D}" destId="{F3A5AF31-45D3-4565-9254-7FBDCD380BAB}" srcOrd="8" destOrd="0" presId="urn:microsoft.com/office/officeart/2018/2/layout/IconCircleList"/>
    <dgm:cxn modelId="{C2F52061-FA45-4282-8DD1-EBF5B9658F93}" type="presParOf" srcId="{F3A5AF31-45D3-4565-9254-7FBDCD380BAB}" destId="{E585F871-D93E-4B55-BA5D-0767E55E49F5}" srcOrd="0" destOrd="0" presId="urn:microsoft.com/office/officeart/2018/2/layout/IconCircleList"/>
    <dgm:cxn modelId="{A4F5B278-40EF-4C3E-8776-09114F19762F}" type="presParOf" srcId="{F3A5AF31-45D3-4565-9254-7FBDCD380BAB}" destId="{C777966D-EC2F-4119-AE5A-871E5B02CB23}" srcOrd="1" destOrd="0" presId="urn:microsoft.com/office/officeart/2018/2/layout/IconCircleList"/>
    <dgm:cxn modelId="{C6AB39CC-D9F1-4AAA-8202-ADFAFD3BAC81}" type="presParOf" srcId="{F3A5AF31-45D3-4565-9254-7FBDCD380BAB}" destId="{7AECA8C9-F0DB-48DB-8636-ED640B1CDF3C}" srcOrd="2" destOrd="0" presId="urn:microsoft.com/office/officeart/2018/2/layout/IconCircleList"/>
    <dgm:cxn modelId="{53EDAFC3-2813-4D0B-985E-2DE72A65817E}" type="presParOf" srcId="{F3A5AF31-45D3-4565-9254-7FBDCD380BAB}" destId="{27DA58FB-8F09-41A3-ABD3-6E39FC83D0E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043439-59B2-4617-984B-A26587CDD35C}">
      <dsp:nvSpPr>
        <dsp:cNvPr id="0" name=""/>
        <dsp:cNvSpPr/>
      </dsp:nvSpPr>
      <dsp:spPr>
        <a:xfrm>
          <a:off x="676251" y="876743"/>
          <a:ext cx="1163448" cy="1163448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C301CD1-A2E7-47F3-882F-E148DAFD9B8D}">
      <dsp:nvSpPr>
        <dsp:cNvPr id="0" name=""/>
        <dsp:cNvSpPr/>
      </dsp:nvSpPr>
      <dsp:spPr>
        <a:xfrm>
          <a:off x="920575" y="1121067"/>
          <a:ext cx="674800" cy="674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FDDB48B-51D4-4516-B2C4-2FB5403B86DB}">
      <dsp:nvSpPr>
        <dsp:cNvPr id="0" name=""/>
        <dsp:cNvSpPr/>
      </dsp:nvSpPr>
      <dsp:spPr>
        <a:xfrm>
          <a:off x="2089010" y="876743"/>
          <a:ext cx="2742414" cy="1163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FFFFFF"/>
              </a:solidFill>
            </a:rPr>
            <a:t>Anasieze Ikenna</a:t>
          </a:r>
        </a:p>
      </dsp:txBody>
      <dsp:txXfrm>
        <a:off x="2089010" y="876743"/>
        <a:ext cx="2742414" cy="1163448"/>
      </dsp:txXfrm>
    </dsp:sp>
    <dsp:sp modelId="{E14817F4-82F3-48C1-8ED9-AF93CFF18DBE}">
      <dsp:nvSpPr>
        <dsp:cNvPr id="0" name=""/>
        <dsp:cNvSpPr/>
      </dsp:nvSpPr>
      <dsp:spPr>
        <a:xfrm>
          <a:off x="5309270" y="876743"/>
          <a:ext cx="1163448" cy="1163448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BCF00E0-EECF-4B9E-AE58-1C815F2FEEA6}">
      <dsp:nvSpPr>
        <dsp:cNvPr id="0" name=""/>
        <dsp:cNvSpPr/>
      </dsp:nvSpPr>
      <dsp:spPr>
        <a:xfrm>
          <a:off x="5553594" y="1121067"/>
          <a:ext cx="674800" cy="674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0750426-A350-4B73-8A8E-629466A0D4FC}">
      <dsp:nvSpPr>
        <dsp:cNvPr id="0" name=""/>
        <dsp:cNvSpPr/>
      </dsp:nvSpPr>
      <dsp:spPr>
        <a:xfrm>
          <a:off x="6722029" y="876743"/>
          <a:ext cx="2742414" cy="1163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TT" sz="2000" b="1" kern="1200" dirty="0">
              <a:solidFill>
                <a:srgbClr val="FFFFFF"/>
              </a:solidFill>
            </a:rPr>
            <a:t>Production Kubernetes Deployment on AWS</a:t>
          </a:r>
          <a:endParaRPr lang="en-US" sz="2000" b="1" kern="1200" dirty="0">
            <a:solidFill>
              <a:srgbClr val="FFFFFF"/>
            </a:solidFill>
          </a:endParaRPr>
        </a:p>
      </dsp:txBody>
      <dsp:txXfrm>
        <a:off x="6722029" y="876743"/>
        <a:ext cx="2742414" cy="11634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7312C1-05FB-415B-9C76-05F87CB91EBF}">
      <dsp:nvSpPr>
        <dsp:cNvPr id="0" name=""/>
        <dsp:cNvSpPr/>
      </dsp:nvSpPr>
      <dsp:spPr>
        <a:xfrm>
          <a:off x="2004974" y="27198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6ACC469-B297-433F-AA9D-9E559C9A6C00}">
      <dsp:nvSpPr>
        <dsp:cNvPr id="0" name=""/>
        <dsp:cNvSpPr/>
      </dsp:nvSpPr>
      <dsp:spPr>
        <a:xfrm>
          <a:off x="816974" y="268625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TT" sz="1600" b="1" kern="1200"/>
            <a:t>Problem statement:</a:t>
          </a:r>
          <a:r>
            <a:rPr lang="en-TT" sz="1600" kern="1200"/>
            <a:t> </a:t>
          </a:r>
          <a:r>
            <a:rPr lang="en-CA" sz="1600" kern="1200"/>
            <a:t>A startup wants a reliable way to run their support ticket application on the AWS Cloud</a:t>
          </a:r>
          <a:endParaRPr lang="en-US" sz="1600" kern="1200"/>
        </a:p>
      </dsp:txBody>
      <dsp:txXfrm>
        <a:off x="816974" y="2686253"/>
        <a:ext cx="4320000" cy="720000"/>
      </dsp:txXfrm>
    </dsp:sp>
    <dsp:sp modelId="{D9281CBC-9BC3-44CF-A716-B3038C7CF5E9}">
      <dsp:nvSpPr>
        <dsp:cNvPr id="0" name=""/>
        <dsp:cNvSpPr/>
      </dsp:nvSpPr>
      <dsp:spPr>
        <a:xfrm>
          <a:off x="7080975" y="27198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C2DBC95-D937-493B-A160-40A0B17F5B2C}">
      <dsp:nvSpPr>
        <dsp:cNvPr id="0" name=""/>
        <dsp:cNvSpPr/>
      </dsp:nvSpPr>
      <dsp:spPr>
        <a:xfrm>
          <a:off x="5892975" y="268625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TT" sz="1600" b="1" kern="1200" dirty="0"/>
            <a:t>Our aim:</a:t>
          </a:r>
          <a:r>
            <a:rPr lang="en-TT" sz="1600" kern="1200" dirty="0"/>
            <a:t> </a:t>
          </a:r>
          <a:r>
            <a:rPr lang="en-US" sz="1600" kern="1200" dirty="0"/>
            <a:t>Design and Deploy the support ticket system on EKS to achieve High availability, Scalability and Reliability.</a:t>
          </a:r>
        </a:p>
      </dsp:txBody>
      <dsp:txXfrm>
        <a:off x="5892975" y="2686253"/>
        <a:ext cx="432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987888-02C5-41AF-927E-1E9C42B5F555}">
      <dsp:nvSpPr>
        <dsp:cNvPr id="0" name=""/>
        <dsp:cNvSpPr/>
      </dsp:nvSpPr>
      <dsp:spPr>
        <a:xfrm>
          <a:off x="2004807" y="272013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7A570F-F0F0-4205-A5F2-A52D769348F0}">
      <dsp:nvSpPr>
        <dsp:cNvPr id="0" name=""/>
        <dsp:cNvSpPr/>
      </dsp:nvSpPr>
      <dsp:spPr>
        <a:xfrm>
          <a:off x="816807" y="2686289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TT" sz="2400" kern="1200" dirty="0"/>
            <a:t>Start up currently has 10,000 active users</a:t>
          </a:r>
          <a:endParaRPr lang="en-US" sz="2400" kern="1200" dirty="0"/>
        </a:p>
      </dsp:txBody>
      <dsp:txXfrm>
        <a:off x="816807" y="2686289"/>
        <a:ext cx="4320000" cy="720000"/>
      </dsp:txXfrm>
    </dsp:sp>
    <dsp:sp modelId="{703B2EBE-7608-4118-B4DB-8CE4FE3766BC}">
      <dsp:nvSpPr>
        <dsp:cNvPr id="0" name=""/>
        <dsp:cNvSpPr/>
      </dsp:nvSpPr>
      <dsp:spPr>
        <a:xfrm>
          <a:off x="7080807" y="272013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807636-D468-4A4B-A06F-38DA7EBB4200}">
      <dsp:nvSpPr>
        <dsp:cNvPr id="0" name=""/>
        <dsp:cNvSpPr/>
      </dsp:nvSpPr>
      <dsp:spPr>
        <a:xfrm>
          <a:off x="5892807" y="2686289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/>
            <a:t>5% of Active users at Peak Time</a:t>
          </a:r>
          <a:endParaRPr lang="en-US" sz="2400" kern="1200"/>
        </a:p>
      </dsp:txBody>
      <dsp:txXfrm>
        <a:off x="5892807" y="2686289"/>
        <a:ext cx="432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D37FBE-5BC4-4F2D-9E49-E7BCD24136E4}">
      <dsp:nvSpPr>
        <dsp:cNvPr id="0" name=""/>
        <dsp:cNvSpPr/>
      </dsp:nvSpPr>
      <dsp:spPr>
        <a:xfrm>
          <a:off x="235953" y="611220"/>
          <a:ext cx="915248" cy="91524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0AAE40A-0311-4D1C-ADF0-E1C22C76A0AE}">
      <dsp:nvSpPr>
        <dsp:cNvPr id="0" name=""/>
        <dsp:cNvSpPr/>
      </dsp:nvSpPr>
      <dsp:spPr>
        <a:xfrm>
          <a:off x="428155" y="803422"/>
          <a:ext cx="530843" cy="5308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EA76C6-71C0-48D3-BBEE-1E8666BB38A9}">
      <dsp:nvSpPr>
        <dsp:cNvPr id="0" name=""/>
        <dsp:cNvSpPr/>
      </dsp:nvSpPr>
      <dsp:spPr>
        <a:xfrm>
          <a:off x="1347326" y="611220"/>
          <a:ext cx="2157370" cy="915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TT" sz="1600" kern="1200" dirty="0"/>
            <a:t>Reliability - Zonal Fail Over</a:t>
          </a:r>
          <a:endParaRPr lang="en-US" sz="1600" kern="1200" dirty="0"/>
        </a:p>
      </dsp:txBody>
      <dsp:txXfrm>
        <a:off x="1347326" y="611220"/>
        <a:ext cx="2157370" cy="915248"/>
      </dsp:txXfrm>
    </dsp:sp>
    <dsp:sp modelId="{2B840C59-56D8-4ACD-AF27-8DDB6BD083F1}">
      <dsp:nvSpPr>
        <dsp:cNvPr id="0" name=""/>
        <dsp:cNvSpPr/>
      </dsp:nvSpPr>
      <dsp:spPr>
        <a:xfrm>
          <a:off x="3880603" y="611220"/>
          <a:ext cx="915248" cy="91524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C7BA03A-4434-4E05-B600-0EBBCFC3860C}">
      <dsp:nvSpPr>
        <dsp:cNvPr id="0" name=""/>
        <dsp:cNvSpPr/>
      </dsp:nvSpPr>
      <dsp:spPr>
        <a:xfrm>
          <a:off x="4072805" y="803422"/>
          <a:ext cx="530843" cy="5308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E094A7F-C2DF-4406-A764-9A322CB69265}">
      <dsp:nvSpPr>
        <dsp:cNvPr id="0" name=""/>
        <dsp:cNvSpPr/>
      </dsp:nvSpPr>
      <dsp:spPr>
        <a:xfrm>
          <a:off x="4991975" y="611220"/>
          <a:ext cx="2157370" cy="915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Data Persistency and Integrity – EBS, Cross Region Replica, Snapshots,  Automated Backups</a:t>
          </a:r>
        </a:p>
      </dsp:txBody>
      <dsp:txXfrm>
        <a:off x="4991975" y="611220"/>
        <a:ext cx="2157370" cy="915248"/>
      </dsp:txXfrm>
    </dsp:sp>
    <dsp:sp modelId="{4EEC4638-9B52-4AA0-BB2E-BB48D59042AF}">
      <dsp:nvSpPr>
        <dsp:cNvPr id="0" name=""/>
        <dsp:cNvSpPr/>
      </dsp:nvSpPr>
      <dsp:spPr>
        <a:xfrm>
          <a:off x="7525252" y="611220"/>
          <a:ext cx="915248" cy="91524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DC04F59-BE45-45AD-8447-21BB65C09819}">
      <dsp:nvSpPr>
        <dsp:cNvPr id="0" name=""/>
        <dsp:cNvSpPr/>
      </dsp:nvSpPr>
      <dsp:spPr>
        <a:xfrm>
          <a:off x="7717454" y="803422"/>
          <a:ext cx="530843" cy="5308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BED0D4E-1709-4E8C-BAF1-8D1C600F910A}">
      <dsp:nvSpPr>
        <dsp:cNvPr id="0" name=""/>
        <dsp:cNvSpPr/>
      </dsp:nvSpPr>
      <dsp:spPr>
        <a:xfrm>
          <a:off x="8636625" y="611220"/>
          <a:ext cx="2157370" cy="915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Operational Excellence – Helm Charts &amp; Lens</a:t>
          </a:r>
        </a:p>
      </dsp:txBody>
      <dsp:txXfrm>
        <a:off x="8636625" y="611220"/>
        <a:ext cx="2157370" cy="915248"/>
      </dsp:txXfrm>
    </dsp:sp>
    <dsp:sp modelId="{FBFD1F10-603C-4DB7-A4FF-1EAA6D0791D8}">
      <dsp:nvSpPr>
        <dsp:cNvPr id="0" name=""/>
        <dsp:cNvSpPr/>
      </dsp:nvSpPr>
      <dsp:spPr>
        <a:xfrm>
          <a:off x="235953" y="2151769"/>
          <a:ext cx="915248" cy="91524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1F1B759-679B-42BC-8331-42DF898DA46D}">
      <dsp:nvSpPr>
        <dsp:cNvPr id="0" name=""/>
        <dsp:cNvSpPr/>
      </dsp:nvSpPr>
      <dsp:spPr>
        <a:xfrm>
          <a:off x="428155" y="2343971"/>
          <a:ext cx="530843" cy="5308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DF974CC-4081-4788-A402-AD460B3B8640}">
      <dsp:nvSpPr>
        <dsp:cNvPr id="0" name=""/>
        <dsp:cNvSpPr/>
      </dsp:nvSpPr>
      <dsp:spPr>
        <a:xfrm>
          <a:off x="1347326" y="2151769"/>
          <a:ext cx="2157370" cy="915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Performance Efficiency &amp; Cost – Minimum Worker Provisioning,  VPC Endpoint</a:t>
          </a:r>
        </a:p>
      </dsp:txBody>
      <dsp:txXfrm>
        <a:off x="1347326" y="2151769"/>
        <a:ext cx="2157370" cy="915248"/>
      </dsp:txXfrm>
    </dsp:sp>
    <dsp:sp modelId="{E585F871-D93E-4B55-BA5D-0767E55E49F5}">
      <dsp:nvSpPr>
        <dsp:cNvPr id="0" name=""/>
        <dsp:cNvSpPr/>
      </dsp:nvSpPr>
      <dsp:spPr>
        <a:xfrm>
          <a:off x="3880603" y="2151769"/>
          <a:ext cx="915248" cy="91524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777966D-EC2F-4119-AE5A-871E5B02CB23}">
      <dsp:nvSpPr>
        <dsp:cNvPr id="0" name=""/>
        <dsp:cNvSpPr/>
      </dsp:nvSpPr>
      <dsp:spPr>
        <a:xfrm>
          <a:off x="4072805" y="2343971"/>
          <a:ext cx="530843" cy="5308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DA58FB-8F09-41A3-ABD3-6E39FC83D0EB}">
      <dsp:nvSpPr>
        <dsp:cNvPr id="0" name=""/>
        <dsp:cNvSpPr/>
      </dsp:nvSpPr>
      <dsp:spPr>
        <a:xfrm>
          <a:off x="4991975" y="2151769"/>
          <a:ext cx="2157370" cy="915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Security – Subnets, IAM Roles, Security Groups</a:t>
          </a:r>
        </a:p>
      </dsp:txBody>
      <dsp:txXfrm>
        <a:off x="4991975" y="2151769"/>
        <a:ext cx="2157370" cy="9152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29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5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6T15:06:44.7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41DA6-3767-2541-B18F-F8C8E580A1C5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2D9232-9A9D-1D4C-B651-F9F2F8104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967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281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177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634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151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582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446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648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439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474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743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5718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thank-you-signage-2072165/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F1240-3698-BA70-EF55-EF7A18306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719072"/>
            <a:ext cx="11159705" cy="776372"/>
          </a:xfrm>
        </p:spPr>
        <p:txBody>
          <a:bodyPr/>
          <a:lstStyle/>
          <a:p>
            <a:r>
              <a:rPr lang="en-TT" b="1" dirty="0"/>
              <a:t>Support ticket system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46F070-C869-AFB5-5EF4-D5201ADB78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TT" sz="1800" b="1" dirty="0"/>
              <a:t>MICRO-SERVICE architecture </a:t>
            </a:r>
            <a:endParaRPr lang="en-US" sz="1800" dirty="0"/>
          </a:p>
        </p:txBody>
      </p:sp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B08EED9E-7603-BAC2-6ED8-FF6B0CF632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3222273"/>
              </p:ext>
            </p:extLst>
          </p:nvPr>
        </p:nvGraphicFramePr>
        <p:xfrm>
          <a:off x="1025652" y="3282696"/>
          <a:ext cx="10140696" cy="2916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901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56708-6D2A-84A1-9905-0596A4335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TT" dirty="0">
                <a:solidFill>
                  <a:srgbClr val="FFFEFF"/>
                </a:solidFill>
              </a:rPr>
              <a:t>Project Background</a:t>
            </a:r>
            <a:br>
              <a:rPr lang="en-TT" dirty="0">
                <a:solidFill>
                  <a:srgbClr val="FFFEFF"/>
                </a:solidFill>
              </a:rPr>
            </a:br>
            <a:endParaRPr lang="en-US" dirty="0">
              <a:solidFill>
                <a:srgbClr val="FFFEFF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B2B9275-2092-E8E0-D070-84DF44ED9CCF}"/>
                  </a:ext>
                </a:extLst>
              </p14:cNvPr>
              <p14:cNvContentPartPr/>
              <p14:nvPr/>
            </p14:nvContentPartPr>
            <p14:xfrm>
              <a:off x="2459004" y="3655888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B2B9275-2092-E8E0-D070-84DF44ED9C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52884" y="3649768"/>
                <a:ext cx="12600" cy="126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8328E02E-7179-5090-F30A-F770559998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4799858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787646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A97CA5D-BCDD-4F61-B77F-34068368B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80117C-7F39-43C5-86D0-1B3E99AB5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BC29F-1117-0BE1-4174-878598A82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TT">
                <a:solidFill>
                  <a:srgbClr val="FFFFFF"/>
                </a:solidFill>
              </a:rPr>
              <a:t>Assumptions</a:t>
            </a:r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2A9BB93-2DF4-4EFD-94C3-A0CC895CD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0B3C702-83B2-4274-BF5A-C42475E280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B7BEE93-7680-4E07-8B35-53D4D53F2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626784A-218C-4257-AC79-DD5BC6EF9A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</p:grp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2178F0ED-19CF-3DE8-35A2-618B9169C1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7877195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3248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ED196-FE38-DC86-C6BA-5DFBE6B17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TT">
                <a:solidFill>
                  <a:srgbClr val="FFFEFF"/>
                </a:solidFill>
              </a:rPr>
              <a:t>Architectural DECISIONS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42EFB68B-A957-472F-1820-C6BFB6C986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6706594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8275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D357CB-4E8E-B1FE-451A-49E517273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21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B93146F-62ED-4C59-844C-0935D0FB5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126" name="Rectangle 125">
            <a:extLst>
              <a:ext uri="{FF2B5EF4-FFF2-40B4-BE49-F238E27FC236}">
                <a16:creationId xmlns:a16="http://schemas.microsoft.com/office/drawing/2014/main" id="{BF3D65BA-1C65-40FB-92EF-83951BDC1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414BAD-FC11-5B3C-5BAE-CA0F4D05F0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15"/>
          <a:stretch>
            <a:fillRect/>
          </a:stretch>
        </p:blipFill>
        <p:spPr>
          <a:xfrm>
            <a:off x="990600" y="634618"/>
            <a:ext cx="6568490" cy="5826128"/>
          </a:xfrm>
          <a:prstGeom prst="rect">
            <a:avLst/>
          </a:prstGeom>
        </p:spPr>
      </p:pic>
      <p:sp>
        <p:nvSpPr>
          <p:cNvPr id="127" name="Rectangle 126">
            <a:extLst>
              <a:ext uri="{FF2B5EF4-FFF2-40B4-BE49-F238E27FC236}">
                <a16:creationId xmlns:a16="http://schemas.microsoft.com/office/drawing/2014/main" id="{ADF52CCA-FCDD-49A0-BFFC-3BD41F1B8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0499D8-FFB8-C0DC-F58B-F6568D2649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100" dirty="0">
                <a:solidFill>
                  <a:srgbClr val="FFFFFF"/>
                </a:solidFill>
              </a:rPr>
              <a:t>PRODUCTION KUBERNETES CLUSTER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430426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553AD4-24F0-4781-488C-F788BA46A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90CCA9-BB06-5E8A-9791-25ED13FC1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TT" sz="3200">
                <a:solidFill>
                  <a:srgbClr val="FFFFFF"/>
                </a:solidFill>
              </a:rPr>
              <a:t>CLUSTER DECISIONS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33756C2-A934-D6ED-6AD8-93AC87706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906" y="1113764"/>
            <a:ext cx="6076938" cy="4624327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CA" dirty="0"/>
              <a:t>Cluster Setup</a:t>
            </a:r>
          </a:p>
          <a:p>
            <a:pPr>
              <a:lnSpc>
                <a:spcPct val="90000"/>
              </a:lnSpc>
            </a:pPr>
            <a:r>
              <a:rPr lang="en-CA" dirty="0"/>
              <a:t>1 ECR Repos</a:t>
            </a:r>
          </a:p>
          <a:p>
            <a:pPr>
              <a:lnSpc>
                <a:spcPct val="90000"/>
              </a:lnSpc>
            </a:pPr>
            <a:r>
              <a:rPr lang="en-CA" dirty="0"/>
              <a:t>2 Namespaces</a:t>
            </a:r>
          </a:p>
          <a:p>
            <a:pPr>
              <a:lnSpc>
                <a:spcPct val="90000"/>
              </a:lnSpc>
            </a:pPr>
            <a:r>
              <a:rPr lang="en-CA" dirty="0"/>
              <a:t>3 Nodes</a:t>
            </a:r>
          </a:p>
          <a:p>
            <a:pPr marL="0" indent="0">
              <a:lnSpc>
                <a:spcPct val="90000"/>
              </a:lnSpc>
              <a:buNone/>
            </a:pPr>
            <a:endParaRPr lang="en-CA" dirty="0"/>
          </a:p>
          <a:p>
            <a:pPr marL="0" indent="0">
              <a:lnSpc>
                <a:spcPct val="90000"/>
              </a:lnSpc>
              <a:buNone/>
            </a:pPr>
            <a:r>
              <a:rPr lang="en-CA" dirty="0"/>
              <a:t>Pod Setup</a:t>
            </a:r>
          </a:p>
          <a:p>
            <a:pPr lvl="0">
              <a:lnSpc>
                <a:spcPct val="90000"/>
              </a:lnSpc>
            </a:pPr>
            <a:r>
              <a:rPr lang="en-CA" dirty="0"/>
              <a:t>3 Frontend Pods</a:t>
            </a:r>
          </a:p>
          <a:p>
            <a:pPr lvl="0">
              <a:lnSpc>
                <a:spcPct val="90000"/>
              </a:lnSpc>
            </a:pPr>
            <a:r>
              <a:rPr lang="en-CA" dirty="0"/>
              <a:t>6 Backend Pods ( 2 Notification, 4 Ticketing)</a:t>
            </a:r>
          </a:p>
          <a:p>
            <a:pPr marL="0" lvl="0" indent="0">
              <a:lnSpc>
                <a:spcPct val="90000"/>
              </a:lnSpc>
              <a:buNone/>
            </a:pPr>
            <a:endParaRPr lang="en-CA" dirty="0"/>
          </a:p>
          <a:p>
            <a:pPr marL="0" indent="0">
              <a:lnSpc>
                <a:spcPct val="90000"/>
              </a:lnSpc>
              <a:buNone/>
            </a:pPr>
            <a:r>
              <a:rPr lang="en-CA" dirty="0"/>
              <a:t>Smart Scaling</a:t>
            </a:r>
          </a:p>
          <a:p>
            <a:pPr lvl="0">
              <a:lnSpc>
                <a:spcPct val="90000"/>
              </a:lnSpc>
            </a:pPr>
            <a:r>
              <a:rPr lang="en-CA" dirty="0"/>
              <a:t>HPA creates pods when CPU usage is high and vice-versa.</a:t>
            </a:r>
          </a:p>
          <a:p>
            <a:pPr lvl="0">
              <a:lnSpc>
                <a:spcPct val="90000"/>
              </a:lnSpc>
            </a:pPr>
            <a:r>
              <a:rPr lang="en-CA" dirty="0"/>
              <a:t>Node Full/Empty: Kubernetes Object automatically adds a new node and removes nodes to save cost.</a:t>
            </a:r>
            <a:br>
              <a:rPr lang="en-CA" sz="1500" dirty="0"/>
            </a:br>
            <a:endParaRPr lang="en-CA" sz="1500" dirty="0"/>
          </a:p>
        </p:txBody>
      </p:sp>
    </p:spTree>
    <p:extLst>
      <p:ext uri="{BB962C8B-B14F-4D97-AF65-F5344CB8AC3E}">
        <p14:creationId xmlns:p14="http://schemas.microsoft.com/office/powerpoint/2010/main" val="1631475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130C4A-7061-2031-65E9-675227BBB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B93146F-62ED-4C59-844C-0935D0FB5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F9CD4BEB-C391-4F7E-9838-95411A832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6134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05EB8607-8FA3-F035-2E4D-250079205809}"/>
              </a:ext>
            </a:extLst>
          </p:cNvPr>
          <p:cNvSpPr txBox="1">
            <a:spLocks/>
          </p:cNvSpPr>
          <p:nvPr/>
        </p:nvSpPr>
        <p:spPr>
          <a:xfrm>
            <a:off x="1039907" y="727457"/>
            <a:ext cx="10107166" cy="6286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3200" dirty="0">
                <a:solidFill>
                  <a:schemeClr val="accent1"/>
                </a:solidFill>
              </a:rPr>
              <a:t>PRODUTION KUBERNETES CLUSTER ARCHITECTURE II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17C228-EA73-0A46-DF58-10DE167CB2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3" b="1155"/>
          <a:stretch>
            <a:fillRect/>
          </a:stretch>
        </p:blipFill>
        <p:spPr>
          <a:xfrm>
            <a:off x="683230" y="1674770"/>
            <a:ext cx="11130818" cy="453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948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441E7DC-C148-4A95-AF2B-D613C2820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B3E502-7B9D-4CC2-AEF1-61E35D08E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3DFB63-5ACC-44EB-A0A9-33D0ADA3E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E22EDAF-5B6B-4EDA-874A-D2323A563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7093E9-0FF5-4C8A-87CA-1A77A8A8A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5422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31B9EF-E1F9-40FE-9CC0-C4C5F7025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4341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457049-EBE6-4D4A-9603-74419DBBE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5" name="Content Placeholder 4" descr="Thank You Signage · Free Stock Photo">
            <a:extLst>
              <a:ext uri="{FF2B5EF4-FFF2-40B4-BE49-F238E27FC236}">
                <a16:creationId xmlns:a16="http://schemas.microsoft.com/office/drawing/2014/main" id="{2BF15F5D-2965-24BF-8719-5B8D5FF099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0595" r="-1" b="20411"/>
          <a:stretch>
            <a:fillRect/>
          </a:stretch>
        </p:blipFill>
        <p:spPr>
          <a:xfrm>
            <a:off x="446532" y="599724"/>
            <a:ext cx="11292143" cy="5200321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D54EC586-DBC6-420F-A910-59AC50ABF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5873675"/>
            <a:ext cx="11296733" cy="51689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871182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4281</TotalTime>
  <Words>188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Gill Sans MT</vt:lpstr>
      <vt:lpstr>Wingdings 2</vt:lpstr>
      <vt:lpstr>Dividend</vt:lpstr>
      <vt:lpstr>Support ticket system</vt:lpstr>
      <vt:lpstr>Project Background </vt:lpstr>
      <vt:lpstr>Assumptions</vt:lpstr>
      <vt:lpstr>Architectural DECISIONS</vt:lpstr>
      <vt:lpstr>PRODUCTION KUBERNETES CLUSTER Architecture</vt:lpstr>
      <vt:lpstr>CLUSTER DECISIONS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Ikenna Donald Anasieze</dc:creator>
  <cp:lastModifiedBy>Ikenna Donald Anasieze</cp:lastModifiedBy>
  <cp:revision>33</cp:revision>
  <dcterms:created xsi:type="dcterms:W3CDTF">2026-06-24T19:39:07Z</dcterms:created>
  <dcterms:modified xsi:type="dcterms:W3CDTF">2026-09-02T21:03:26Z</dcterms:modified>
</cp:coreProperties>
</file>